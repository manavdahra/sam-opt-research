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</p:sldIdLst>
  <p:sldSz cy="21945600" cx="32918400"/>
  <p:notesSz cx="6858000" cy="9144000"/>
  <p:embeddedFontLst>
    <p:embeddedFont>
      <p:font typeface="Lato"/>
      <p:regular r:id="rId9"/>
      <p:bold r:id="rId10"/>
      <p:italic r:id="rId11"/>
      <p:boldItalic r:id="rId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6912">
          <p15:clr>
            <a:srgbClr val="A4A3A4"/>
          </p15:clr>
        </p15:guide>
        <p15:guide id="2" pos="1036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0053A2E-40DE-4BF6-8AA6-204656AED215}">
  <a:tblStyle styleId="{D0053A2E-40DE-4BF6-8AA6-204656AED21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6912" orient="horz"/>
        <p:guide pos="1036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11" Type="http://schemas.openxmlformats.org/officeDocument/2006/relationships/font" Target="fonts/Lato-italic.fntdata"/><Relationship Id="rId10" Type="http://schemas.openxmlformats.org/officeDocument/2006/relationships/font" Target="fonts/Lato-bold.fntdata"/><Relationship Id="rId12" Type="http://schemas.openxmlformats.org/officeDocument/2006/relationships/font" Target="fonts/Lato-boldItalic.fntdata"/><Relationship Id="rId9" Type="http://schemas.openxmlformats.org/officeDocument/2006/relationships/font" Target="fonts/Lato-regular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57556" y="685800"/>
            <a:ext cx="5143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eb4e159d4c_2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eb4e159d4c_2_1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1122150" y="3176853"/>
            <a:ext cx="30674100" cy="8757900"/>
          </a:xfrm>
          <a:prstGeom prst="rect">
            <a:avLst/>
          </a:prstGeom>
        </p:spPr>
        <p:txBody>
          <a:bodyPr anchorCtr="0" anchor="b" bIns="349450" lIns="349450" spcFirstLastPara="1" rIns="349450" wrap="square" tIns="3494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9900"/>
              <a:buNone/>
              <a:defRPr sz="19900"/>
            </a:lvl1pPr>
            <a:lvl2pPr lvl="1" algn="ctr">
              <a:spcBef>
                <a:spcPts val="0"/>
              </a:spcBef>
              <a:spcAft>
                <a:spcPts val="0"/>
              </a:spcAft>
              <a:buSzPts val="19900"/>
              <a:buNone/>
              <a:defRPr sz="19900"/>
            </a:lvl2pPr>
            <a:lvl3pPr lvl="2" algn="ctr">
              <a:spcBef>
                <a:spcPts val="0"/>
              </a:spcBef>
              <a:spcAft>
                <a:spcPts val="0"/>
              </a:spcAft>
              <a:buSzPts val="19900"/>
              <a:buNone/>
              <a:defRPr sz="19900"/>
            </a:lvl3pPr>
            <a:lvl4pPr lvl="3" algn="ctr">
              <a:spcBef>
                <a:spcPts val="0"/>
              </a:spcBef>
              <a:spcAft>
                <a:spcPts val="0"/>
              </a:spcAft>
              <a:buSzPts val="19900"/>
              <a:buNone/>
              <a:defRPr sz="19900"/>
            </a:lvl4pPr>
            <a:lvl5pPr lvl="4" algn="ctr">
              <a:spcBef>
                <a:spcPts val="0"/>
              </a:spcBef>
              <a:spcAft>
                <a:spcPts val="0"/>
              </a:spcAft>
              <a:buSzPts val="19900"/>
              <a:buNone/>
              <a:defRPr sz="19900"/>
            </a:lvl5pPr>
            <a:lvl6pPr lvl="5" algn="ctr">
              <a:spcBef>
                <a:spcPts val="0"/>
              </a:spcBef>
              <a:spcAft>
                <a:spcPts val="0"/>
              </a:spcAft>
              <a:buSzPts val="19900"/>
              <a:buNone/>
              <a:defRPr sz="19900"/>
            </a:lvl6pPr>
            <a:lvl7pPr lvl="6" algn="ctr">
              <a:spcBef>
                <a:spcPts val="0"/>
              </a:spcBef>
              <a:spcAft>
                <a:spcPts val="0"/>
              </a:spcAft>
              <a:buSzPts val="19900"/>
              <a:buNone/>
              <a:defRPr sz="19900"/>
            </a:lvl7pPr>
            <a:lvl8pPr lvl="7" algn="ctr">
              <a:spcBef>
                <a:spcPts val="0"/>
              </a:spcBef>
              <a:spcAft>
                <a:spcPts val="0"/>
              </a:spcAft>
              <a:buSzPts val="19900"/>
              <a:buNone/>
              <a:defRPr sz="19900"/>
            </a:lvl8pPr>
            <a:lvl9pPr lvl="8" algn="ctr">
              <a:spcBef>
                <a:spcPts val="0"/>
              </a:spcBef>
              <a:spcAft>
                <a:spcPts val="0"/>
              </a:spcAft>
              <a:buSzPts val="19900"/>
              <a:buNone/>
              <a:defRPr sz="199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1122120" y="12092267"/>
            <a:ext cx="30674100" cy="3381900"/>
          </a:xfrm>
          <a:prstGeom prst="rect">
            <a:avLst/>
          </a:prstGeom>
        </p:spPr>
        <p:txBody>
          <a:bodyPr anchorCtr="0" anchor="t" bIns="349450" lIns="349450" spcFirstLastPara="1" rIns="349450" wrap="square" tIns="3494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30500848" y="19896392"/>
            <a:ext cx="1975200" cy="1679400"/>
          </a:xfrm>
          <a:prstGeom prst="rect">
            <a:avLst/>
          </a:prstGeom>
        </p:spPr>
        <p:txBody>
          <a:bodyPr anchorCtr="0" anchor="ctr" bIns="349450" lIns="349450" spcFirstLastPara="1" rIns="349450" wrap="square" tIns="3494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1122120" y="9176960"/>
            <a:ext cx="30674100" cy="3591600"/>
          </a:xfrm>
          <a:prstGeom prst="rect">
            <a:avLst/>
          </a:prstGeom>
        </p:spPr>
        <p:txBody>
          <a:bodyPr anchorCtr="0" anchor="ctr" bIns="349450" lIns="349450" spcFirstLastPara="1" rIns="349450" wrap="square" tIns="3494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800"/>
              <a:buNone/>
              <a:defRPr sz="1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3800"/>
              <a:buNone/>
              <a:defRPr sz="1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3800"/>
              <a:buNone/>
              <a:defRPr sz="1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3800"/>
              <a:buNone/>
              <a:defRPr sz="1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3800"/>
              <a:buNone/>
              <a:defRPr sz="1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3800"/>
              <a:buNone/>
              <a:defRPr sz="1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3800"/>
              <a:buNone/>
              <a:defRPr sz="1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3800"/>
              <a:buNone/>
              <a:defRPr sz="1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3800"/>
              <a:buNone/>
              <a:defRPr sz="138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30500848" y="19896392"/>
            <a:ext cx="1975200" cy="1679400"/>
          </a:xfrm>
          <a:prstGeom prst="rect">
            <a:avLst/>
          </a:prstGeom>
        </p:spPr>
        <p:txBody>
          <a:bodyPr anchorCtr="0" anchor="ctr" bIns="349450" lIns="349450" spcFirstLastPara="1" rIns="349450" wrap="square" tIns="3494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1122120" y="1898773"/>
            <a:ext cx="30674100" cy="2443500"/>
          </a:xfrm>
          <a:prstGeom prst="rect">
            <a:avLst/>
          </a:prstGeom>
        </p:spPr>
        <p:txBody>
          <a:bodyPr anchorCtr="0" anchor="t" bIns="349450" lIns="349450" spcFirstLastPara="1" rIns="349450" wrap="square" tIns="3494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7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1122120" y="4917227"/>
            <a:ext cx="30674100" cy="14576700"/>
          </a:xfrm>
          <a:prstGeom prst="rect">
            <a:avLst/>
          </a:prstGeom>
        </p:spPr>
        <p:txBody>
          <a:bodyPr anchorCtr="0" anchor="t" bIns="349450" lIns="349450" spcFirstLastPara="1" rIns="349450" wrap="square" tIns="349450">
            <a:normAutofit/>
          </a:bodyPr>
          <a:lstStyle>
            <a:lvl1pPr indent="-666750" lvl="0" marL="457200">
              <a:spcBef>
                <a:spcPts val="0"/>
              </a:spcBef>
              <a:spcAft>
                <a:spcPts val="0"/>
              </a:spcAft>
              <a:buSzPts val="6900"/>
              <a:buChar char="●"/>
              <a:defRPr/>
            </a:lvl1pPr>
            <a:lvl2pPr indent="-571500" lvl="1" marL="914400">
              <a:spcBef>
                <a:spcPts val="0"/>
              </a:spcBef>
              <a:spcAft>
                <a:spcPts val="0"/>
              </a:spcAft>
              <a:buSzPts val="5400"/>
              <a:buChar char="○"/>
              <a:defRPr/>
            </a:lvl2pPr>
            <a:lvl3pPr indent="-571500" lvl="2" marL="1371600">
              <a:spcBef>
                <a:spcPts val="0"/>
              </a:spcBef>
              <a:spcAft>
                <a:spcPts val="0"/>
              </a:spcAft>
              <a:buSzPts val="5400"/>
              <a:buChar char="■"/>
              <a:defRPr/>
            </a:lvl3pPr>
            <a:lvl4pPr indent="-571500" lvl="3" marL="1828800">
              <a:spcBef>
                <a:spcPts val="0"/>
              </a:spcBef>
              <a:spcAft>
                <a:spcPts val="0"/>
              </a:spcAft>
              <a:buSzPts val="5400"/>
              <a:buChar char="●"/>
              <a:defRPr/>
            </a:lvl4pPr>
            <a:lvl5pPr indent="-571500" lvl="4" marL="2286000">
              <a:spcBef>
                <a:spcPts val="0"/>
              </a:spcBef>
              <a:spcAft>
                <a:spcPts val="0"/>
              </a:spcAft>
              <a:buSzPts val="5400"/>
              <a:buChar char="○"/>
              <a:defRPr/>
            </a:lvl5pPr>
            <a:lvl6pPr indent="-571500" lvl="5" marL="2743200">
              <a:spcBef>
                <a:spcPts val="0"/>
              </a:spcBef>
              <a:spcAft>
                <a:spcPts val="0"/>
              </a:spcAft>
              <a:buSzPts val="5400"/>
              <a:buChar char="■"/>
              <a:defRPr/>
            </a:lvl6pPr>
            <a:lvl7pPr indent="-571500" lvl="6" marL="3200400">
              <a:spcBef>
                <a:spcPts val="0"/>
              </a:spcBef>
              <a:spcAft>
                <a:spcPts val="0"/>
              </a:spcAft>
              <a:buSzPts val="5400"/>
              <a:buChar char="●"/>
              <a:defRPr/>
            </a:lvl7pPr>
            <a:lvl8pPr indent="-571500" lvl="7" marL="3657600">
              <a:spcBef>
                <a:spcPts val="0"/>
              </a:spcBef>
              <a:spcAft>
                <a:spcPts val="0"/>
              </a:spcAft>
              <a:buSzPts val="5400"/>
              <a:buChar char="○"/>
              <a:defRPr/>
            </a:lvl8pPr>
            <a:lvl9pPr indent="-571500" lvl="8" marL="4114800">
              <a:spcBef>
                <a:spcPts val="0"/>
              </a:spcBef>
              <a:spcAft>
                <a:spcPts val="0"/>
              </a:spcAft>
              <a:buSzPts val="5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30500848" y="19896392"/>
            <a:ext cx="1975200" cy="1679400"/>
          </a:xfrm>
          <a:prstGeom prst="rect">
            <a:avLst/>
          </a:prstGeom>
        </p:spPr>
        <p:txBody>
          <a:bodyPr anchorCtr="0" anchor="ctr" bIns="349450" lIns="349450" spcFirstLastPara="1" rIns="349450" wrap="square" tIns="3494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1122120" y="1898773"/>
            <a:ext cx="30674100" cy="2443500"/>
          </a:xfrm>
          <a:prstGeom prst="rect">
            <a:avLst/>
          </a:prstGeom>
        </p:spPr>
        <p:txBody>
          <a:bodyPr anchorCtr="0" anchor="t" bIns="349450" lIns="349450" spcFirstLastPara="1" rIns="349450" wrap="square" tIns="3494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7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1122120" y="4917227"/>
            <a:ext cx="14399700" cy="14576700"/>
          </a:xfrm>
          <a:prstGeom prst="rect">
            <a:avLst/>
          </a:prstGeom>
        </p:spPr>
        <p:txBody>
          <a:bodyPr anchorCtr="0" anchor="t" bIns="349450" lIns="349450" spcFirstLastPara="1" rIns="349450" wrap="square" tIns="349450">
            <a:normAutofit/>
          </a:bodyPr>
          <a:lstStyle>
            <a:lvl1pPr indent="-571500" lvl="0" marL="457200">
              <a:spcBef>
                <a:spcPts val="0"/>
              </a:spcBef>
              <a:spcAft>
                <a:spcPts val="0"/>
              </a:spcAft>
              <a:buSzPts val="5400"/>
              <a:buChar char="●"/>
              <a:defRPr sz="5400"/>
            </a:lvl1pPr>
            <a:lvl2pPr indent="-520700" lvl="1" marL="914400">
              <a:spcBef>
                <a:spcPts val="0"/>
              </a:spcBef>
              <a:spcAft>
                <a:spcPts val="0"/>
              </a:spcAft>
              <a:buSzPts val="4600"/>
              <a:buChar char="○"/>
              <a:defRPr sz="4600"/>
            </a:lvl2pPr>
            <a:lvl3pPr indent="-520700" lvl="2" marL="1371600">
              <a:spcBef>
                <a:spcPts val="0"/>
              </a:spcBef>
              <a:spcAft>
                <a:spcPts val="0"/>
              </a:spcAft>
              <a:buSzPts val="4600"/>
              <a:buChar char="■"/>
              <a:defRPr sz="4600"/>
            </a:lvl3pPr>
            <a:lvl4pPr indent="-520700" lvl="3" marL="1828800">
              <a:spcBef>
                <a:spcPts val="0"/>
              </a:spcBef>
              <a:spcAft>
                <a:spcPts val="0"/>
              </a:spcAft>
              <a:buSzPts val="4600"/>
              <a:buChar char="●"/>
              <a:defRPr sz="4600"/>
            </a:lvl4pPr>
            <a:lvl5pPr indent="-520700" lvl="4" marL="2286000">
              <a:spcBef>
                <a:spcPts val="0"/>
              </a:spcBef>
              <a:spcAft>
                <a:spcPts val="0"/>
              </a:spcAft>
              <a:buSzPts val="4600"/>
              <a:buChar char="○"/>
              <a:defRPr sz="4600"/>
            </a:lvl5pPr>
            <a:lvl6pPr indent="-520700" lvl="5" marL="2743200">
              <a:spcBef>
                <a:spcPts val="0"/>
              </a:spcBef>
              <a:spcAft>
                <a:spcPts val="0"/>
              </a:spcAft>
              <a:buSzPts val="4600"/>
              <a:buChar char="■"/>
              <a:defRPr sz="4600"/>
            </a:lvl6pPr>
            <a:lvl7pPr indent="-520700" lvl="6" marL="3200400">
              <a:spcBef>
                <a:spcPts val="0"/>
              </a:spcBef>
              <a:spcAft>
                <a:spcPts val="0"/>
              </a:spcAft>
              <a:buSzPts val="4600"/>
              <a:buChar char="●"/>
              <a:defRPr sz="4600"/>
            </a:lvl7pPr>
            <a:lvl8pPr indent="-520700" lvl="7" marL="3657600">
              <a:spcBef>
                <a:spcPts val="0"/>
              </a:spcBef>
              <a:spcAft>
                <a:spcPts val="0"/>
              </a:spcAft>
              <a:buSzPts val="4600"/>
              <a:buChar char="○"/>
              <a:defRPr sz="4600"/>
            </a:lvl8pPr>
            <a:lvl9pPr indent="-520700" lvl="8" marL="4114800">
              <a:spcBef>
                <a:spcPts val="0"/>
              </a:spcBef>
              <a:spcAft>
                <a:spcPts val="0"/>
              </a:spcAft>
              <a:buSzPts val="4600"/>
              <a:buChar char="■"/>
              <a:defRPr sz="46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17396640" y="4917227"/>
            <a:ext cx="14399700" cy="14576700"/>
          </a:xfrm>
          <a:prstGeom prst="rect">
            <a:avLst/>
          </a:prstGeom>
        </p:spPr>
        <p:txBody>
          <a:bodyPr anchorCtr="0" anchor="t" bIns="349450" lIns="349450" spcFirstLastPara="1" rIns="349450" wrap="square" tIns="349450">
            <a:normAutofit/>
          </a:bodyPr>
          <a:lstStyle>
            <a:lvl1pPr indent="-571500" lvl="0" marL="457200">
              <a:spcBef>
                <a:spcPts val="0"/>
              </a:spcBef>
              <a:spcAft>
                <a:spcPts val="0"/>
              </a:spcAft>
              <a:buSzPts val="5400"/>
              <a:buChar char="●"/>
              <a:defRPr sz="5400"/>
            </a:lvl1pPr>
            <a:lvl2pPr indent="-520700" lvl="1" marL="914400">
              <a:spcBef>
                <a:spcPts val="0"/>
              </a:spcBef>
              <a:spcAft>
                <a:spcPts val="0"/>
              </a:spcAft>
              <a:buSzPts val="4600"/>
              <a:buChar char="○"/>
              <a:defRPr sz="4600"/>
            </a:lvl2pPr>
            <a:lvl3pPr indent="-520700" lvl="2" marL="1371600">
              <a:spcBef>
                <a:spcPts val="0"/>
              </a:spcBef>
              <a:spcAft>
                <a:spcPts val="0"/>
              </a:spcAft>
              <a:buSzPts val="4600"/>
              <a:buChar char="■"/>
              <a:defRPr sz="4600"/>
            </a:lvl3pPr>
            <a:lvl4pPr indent="-520700" lvl="3" marL="1828800">
              <a:spcBef>
                <a:spcPts val="0"/>
              </a:spcBef>
              <a:spcAft>
                <a:spcPts val="0"/>
              </a:spcAft>
              <a:buSzPts val="4600"/>
              <a:buChar char="●"/>
              <a:defRPr sz="4600"/>
            </a:lvl4pPr>
            <a:lvl5pPr indent="-520700" lvl="4" marL="2286000">
              <a:spcBef>
                <a:spcPts val="0"/>
              </a:spcBef>
              <a:spcAft>
                <a:spcPts val="0"/>
              </a:spcAft>
              <a:buSzPts val="4600"/>
              <a:buChar char="○"/>
              <a:defRPr sz="4600"/>
            </a:lvl5pPr>
            <a:lvl6pPr indent="-520700" lvl="5" marL="2743200">
              <a:spcBef>
                <a:spcPts val="0"/>
              </a:spcBef>
              <a:spcAft>
                <a:spcPts val="0"/>
              </a:spcAft>
              <a:buSzPts val="4600"/>
              <a:buChar char="■"/>
              <a:defRPr sz="4600"/>
            </a:lvl6pPr>
            <a:lvl7pPr indent="-520700" lvl="6" marL="3200400">
              <a:spcBef>
                <a:spcPts val="0"/>
              </a:spcBef>
              <a:spcAft>
                <a:spcPts val="0"/>
              </a:spcAft>
              <a:buSzPts val="4600"/>
              <a:buChar char="●"/>
              <a:defRPr sz="4600"/>
            </a:lvl7pPr>
            <a:lvl8pPr indent="-520700" lvl="7" marL="3657600">
              <a:spcBef>
                <a:spcPts val="0"/>
              </a:spcBef>
              <a:spcAft>
                <a:spcPts val="0"/>
              </a:spcAft>
              <a:buSzPts val="4600"/>
              <a:buChar char="○"/>
              <a:defRPr sz="4600"/>
            </a:lvl8pPr>
            <a:lvl9pPr indent="-520700" lvl="8" marL="4114800">
              <a:spcBef>
                <a:spcPts val="0"/>
              </a:spcBef>
              <a:spcAft>
                <a:spcPts val="0"/>
              </a:spcAft>
              <a:buSzPts val="4600"/>
              <a:buChar char="■"/>
              <a:defRPr sz="46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30500848" y="19896392"/>
            <a:ext cx="1975200" cy="1679400"/>
          </a:xfrm>
          <a:prstGeom prst="rect">
            <a:avLst/>
          </a:prstGeom>
        </p:spPr>
        <p:txBody>
          <a:bodyPr anchorCtr="0" anchor="ctr" bIns="349450" lIns="349450" spcFirstLastPara="1" rIns="349450" wrap="square" tIns="3494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1122120" y="1898773"/>
            <a:ext cx="30674100" cy="2443500"/>
          </a:xfrm>
          <a:prstGeom prst="rect">
            <a:avLst/>
          </a:prstGeom>
        </p:spPr>
        <p:txBody>
          <a:bodyPr anchorCtr="0" anchor="t" bIns="349450" lIns="349450" spcFirstLastPara="1" rIns="349450" wrap="square" tIns="3494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7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30500848" y="19896392"/>
            <a:ext cx="1975200" cy="1679400"/>
          </a:xfrm>
          <a:prstGeom prst="rect">
            <a:avLst/>
          </a:prstGeom>
        </p:spPr>
        <p:txBody>
          <a:bodyPr anchorCtr="0" anchor="ctr" bIns="349450" lIns="349450" spcFirstLastPara="1" rIns="349450" wrap="square" tIns="3494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1122120" y="2370560"/>
            <a:ext cx="10108800" cy="3224400"/>
          </a:xfrm>
          <a:prstGeom prst="rect">
            <a:avLst/>
          </a:prstGeom>
        </p:spPr>
        <p:txBody>
          <a:bodyPr anchorCtr="0" anchor="b" bIns="349450" lIns="349450" spcFirstLastPara="1" rIns="349450" wrap="square" tIns="3494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1pPr>
            <a:lvl2pPr lvl="1"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2pPr>
            <a:lvl3pPr lvl="2"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3pPr>
            <a:lvl4pPr lvl="3"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4pPr>
            <a:lvl5pPr lvl="4"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5pPr>
            <a:lvl6pPr lvl="5"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6pPr>
            <a:lvl7pPr lvl="6"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7pPr>
            <a:lvl8pPr lvl="7"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8pPr>
            <a:lvl9pPr lvl="8"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1122120" y="5928960"/>
            <a:ext cx="10108800" cy="13565400"/>
          </a:xfrm>
          <a:prstGeom prst="rect">
            <a:avLst/>
          </a:prstGeom>
        </p:spPr>
        <p:txBody>
          <a:bodyPr anchorCtr="0" anchor="t" bIns="349450" lIns="349450" spcFirstLastPara="1" rIns="349450" wrap="square" tIns="349450">
            <a:normAutofit/>
          </a:bodyPr>
          <a:lstStyle>
            <a:lvl1pPr indent="-520700" lvl="0" marL="457200">
              <a:spcBef>
                <a:spcPts val="0"/>
              </a:spcBef>
              <a:spcAft>
                <a:spcPts val="0"/>
              </a:spcAft>
              <a:buSzPts val="4600"/>
              <a:buChar char="●"/>
              <a:defRPr sz="4600"/>
            </a:lvl1pPr>
            <a:lvl2pPr indent="-520700" lvl="1" marL="914400">
              <a:spcBef>
                <a:spcPts val="0"/>
              </a:spcBef>
              <a:spcAft>
                <a:spcPts val="0"/>
              </a:spcAft>
              <a:buSzPts val="4600"/>
              <a:buChar char="○"/>
              <a:defRPr sz="4600"/>
            </a:lvl2pPr>
            <a:lvl3pPr indent="-520700" lvl="2" marL="1371600">
              <a:spcBef>
                <a:spcPts val="0"/>
              </a:spcBef>
              <a:spcAft>
                <a:spcPts val="0"/>
              </a:spcAft>
              <a:buSzPts val="4600"/>
              <a:buChar char="■"/>
              <a:defRPr sz="4600"/>
            </a:lvl3pPr>
            <a:lvl4pPr indent="-520700" lvl="3" marL="1828800">
              <a:spcBef>
                <a:spcPts val="0"/>
              </a:spcBef>
              <a:spcAft>
                <a:spcPts val="0"/>
              </a:spcAft>
              <a:buSzPts val="4600"/>
              <a:buChar char="●"/>
              <a:defRPr sz="4600"/>
            </a:lvl4pPr>
            <a:lvl5pPr indent="-520700" lvl="4" marL="2286000">
              <a:spcBef>
                <a:spcPts val="0"/>
              </a:spcBef>
              <a:spcAft>
                <a:spcPts val="0"/>
              </a:spcAft>
              <a:buSzPts val="4600"/>
              <a:buChar char="○"/>
              <a:defRPr sz="4600"/>
            </a:lvl5pPr>
            <a:lvl6pPr indent="-520700" lvl="5" marL="2743200">
              <a:spcBef>
                <a:spcPts val="0"/>
              </a:spcBef>
              <a:spcAft>
                <a:spcPts val="0"/>
              </a:spcAft>
              <a:buSzPts val="4600"/>
              <a:buChar char="■"/>
              <a:defRPr sz="4600"/>
            </a:lvl6pPr>
            <a:lvl7pPr indent="-520700" lvl="6" marL="3200400">
              <a:spcBef>
                <a:spcPts val="0"/>
              </a:spcBef>
              <a:spcAft>
                <a:spcPts val="0"/>
              </a:spcAft>
              <a:buSzPts val="4600"/>
              <a:buChar char="●"/>
              <a:defRPr sz="4600"/>
            </a:lvl7pPr>
            <a:lvl8pPr indent="-520700" lvl="7" marL="3657600">
              <a:spcBef>
                <a:spcPts val="0"/>
              </a:spcBef>
              <a:spcAft>
                <a:spcPts val="0"/>
              </a:spcAft>
              <a:buSzPts val="4600"/>
              <a:buChar char="○"/>
              <a:defRPr sz="4600"/>
            </a:lvl8pPr>
            <a:lvl9pPr indent="-520700" lvl="8" marL="4114800">
              <a:spcBef>
                <a:spcPts val="0"/>
              </a:spcBef>
              <a:spcAft>
                <a:spcPts val="0"/>
              </a:spcAft>
              <a:buSzPts val="4600"/>
              <a:buChar char="■"/>
              <a:defRPr sz="46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30500848" y="19896392"/>
            <a:ext cx="1975200" cy="1679400"/>
          </a:xfrm>
          <a:prstGeom prst="rect">
            <a:avLst/>
          </a:prstGeom>
        </p:spPr>
        <p:txBody>
          <a:bodyPr anchorCtr="0" anchor="ctr" bIns="349450" lIns="349450" spcFirstLastPara="1" rIns="349450" wrap="square" tIns="3494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1764900" y="1920640"/>
            <a:ext cx="22924200" cy="17454000"/>
          </a:xfrm>
          <a:prstGeom prst="rect">
            <a:avLst/>
          </a:prstGeom>
        </p:spPr>
        <p:txBody>
          <a:bodyPr anchorCtr="0" anchor="ctr" bIns="349450" lIns="349450" spcFirstLastPara="1" rIns="349450" wrap="square" tIns="3494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300"/>
              <a:buNone/>
              <a:defRPr sz="18300"/>
            </a:lvl1pPr>
            <a:lvl2pPr lvl="1">
              <a:spcBef>
                <a:spcPts val="0"/>
              </a:spcBef>
              <a:spcAft>
                <a:spcPts val="0"/>
              </a:spcAft>
              <a:buSzPts val="18300"/>
              <a:buNone/>
              <a:defRPr sz="18300"/>
            </a:lvl2pPr>
            <a:lvl3pPr lvl="2">
              <a:spcBef>
                <a:spcPts val="0"/>
              </a:spcBef>
              <a:spcAft>
                <a:spcPts val="0"/>
              </a:spcAft>
              <a:buSzPts val="18300"/>
              <a:buNone/>
              <a:defRPr sz="18300"/>
            </a:lvl3pPr>
            <a:lvl4pPr lvl="3">
              <a:spcBef>
                <a:spcPts val="0"/>
              </a:spcBef>
              <a:spcAft>
                <a:spcPts val="0"/>
              </a:spcAft>
              <a:buSzPts val="18300"/>
              <a:buNone/>
              <a:defRPr sz="18300"/>
            </a:lvl4pPr>
            <a:lvl5pPr lvl="4">
              <a:spcBef>
                <a:spcPts val="0"/>
              </a:spcBef>
              <a:spcAft>
                <a:spcPts val="0"/>
              </a:spcAft>
              <a:buSzPts val="18300"/>
              <a:buNone/>
              <a:defRPr sz="18300"/>
            </a:lvl5pPr>
            <a:lvl6pPr lvl="5">
              <a:spcBef>
                <a:spcPts val="0"/>
              </a:spcBef>
              <a:spcAft>
                <a:spcPts val="0"/>
              </a:spcAft>
              <a:buSzPts val="18300"/>
              <a:buNone/>
              <a:defRPr sz="18300"/>
            </a:lvl6pPr>
            <a:lvl7pPr lvl="6">
              <a:spcBef>
                <a:spcPts val="0"/>
              </a:spcBef>
              <a:spcAft>
                <a:spcPts val="0"/>
              </a:spcAft>
              <a:buSzPts val="18300"/>
              <a:buNone/>
              <a:defRPr sz="18300"/>
            </a:lvl7pPr>
            <a:lvl8pPr lvl="7">
              <a:spcBef>
                <a:spcPts val="0"/>
              </a:spcBef>
              <a:spcAft>
                <a:spcPts val="0"/>
              </a:spcAft>
              <a:buSzPts val="18300"/>
              <a:buNone/>
              <a:defRPr sz="18300"/>
            </a:lvl8pPr>
            <a:lvl9pPr lvl="8">
              <a:spcBef>
                <a:spcPts val="0"/>
              </a:spcBef>
              <a:spcAft>
                <a:spcPts val="0"/>
              </a:spcAft>
              <a:buSzPts val="18300"/>
              <a:buNone/>
              <a:defRPr sz="183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30500848" y="19896392"/>
            <a:ext cx="1975200" cy="1679400"/>
          </a:xfrm>
          <a:prstGeom prst="rect">
            <a:avLst/>
          </a:prstGeom>
        </p:spPr>
        <p:txBody>
          <a:bodyPr anchorCtr="0" anchor="ctr" bIns="349450" lIns="349450" spcFirstLastPara="1" rIns="349450" wrap="square" tIns="3494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16459200" y="-533"/>
            <a:ext cx="16459200" cy="21945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349450" lIns="349450" spcFirstLastPara="1" rIns="349450" wrap="square" tIns="349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955800" y="5261547"/>
            <a:ext cx="14562600" cy="6324600"/>
          </a:xfrm>
          <a:prstGeom prst="rect">
            <a:avLst/>
          </a:prstGeom>
        </p:spPr>
        <p:txBody>
          <a:bodyPr anchorCtr="0" anchor="b" bIns="349450" lIns="349450" spcFirstLastPara="1" rIns="349450" wrap="square" tIns="3494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100"/>
              <a:buNone/>
              <a:defRPr sz="161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100"/>
              <a:buNone/>
              <a:defRPr sz="161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100"/>
              <a:buNone/>
              <a:defRPr sz="161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100"/>
              <a:buNone/>
              <a:defRPr sz="161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100"/>
              <a:buNone/>
              <a:defRPr sz="161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100"/>
              <a:buNone/>
              <a:defRPr sz="161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100"/>
              <a:buNone/>
              <a:defRPr sz="161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100"/>
              <a:buNone/>
              <a:defRPr sz="161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100"/>
              <a:buNone/>
              <a:defRPr sz="161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955800" y="11959787"/>
            <a:ext cx="14562600" cy="5269800"/>
          </a:xfrm>
          <a:prstGeom prst="rect">
            <a:avLst/>
          </a:prstGeom>
        </p:spPr>
        <p:txBody>
          <a:bodyPr anchorCtr="0" anchor="t" bIns="349450" lIns="349450" spcFirstLastPara="1" rIns="349450" wrap="square" tIns="3494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17782200" y="3089387"/>
            <a:ext cx="13813200" cy="15765900"/>
          </a:xfrm>
          <a:prstGeom prst="rect">
            <a:avLst/>
          </a:prstGeom>
        </p:spPr>
        <p:txBody>
          <a:bodyPr anchorCtr="0" anchor="ctr" bIns="349450" lIns="349450" spcFirstLastPara="1" rIns="349450" wrap="square" tIns="349450">
            <a:normAutofit/>
          </a:bodyPr>
          <a:lstStyle>
            <a:lvl1pPr indent="-666750" lvl="0" marL="457200">
              <a:spcBef>
                <a:spcPts val="0"/>
              </a:spcBef>
              <a:spcAft>
                <a:spcPts val="0"/>
              </a:spcAft>
              <a:buSzPts val="6900"/>
              <a:buChar char="●"/>
              <a:defRPr/>
            </a:lvl1pPr>
            <a:lvl2pPr indent="-571500" lvl="1" marL="914400">
              <a:spcBef>
                <a:spcPts val="0"/>
              </a:spcBef>
              <a:spcAft>
                <a:spcPts val="0"/>
              </a:spcAft>
              <a:buSzPts val="5400"/>
              <a:buChar char="○"/>
              <a:defRPr/>
            </a:lvl2pPr>
            <a:lvl3pPr indent="-571500" lvl="2" marL="1371600">
              <a:spcBef>
                <a:spcPts val="0"/>
              </a:spcBef>
              <a:spcAft>
                <a:spcPts val="0"/>
              </a:spcAft>
              <a:buSzPts val="5400"/>
              <a:buChar char="■"/>
              <a:defRPr/>
            </a:lvl3pPr>
            <a:lvl4pPr indent="-571500" lvl="3" marL="1828800">
              <a:spcBef>
                <a:spcPts val="0"/>
              </a:spcBef>
              <a:spcAft>
                <a:spcPts val="0"/>
              </a:spcAft>
              <a:buSzPts val="5400"/>
              <a:buChar char="●"/>
              <a:defRPr/>
            </a:lvl4pPr>
            <a:lvl5pPr indent="-571500" lvl="4" marL="2286000">
              <a:spcBef>
                <a:spcPts val="0"/>
              </a:spcBef>
              <a:spcAft>
                <a:spcPts val="0"/>
              </a:spcAft>
              <a:buSzPts val="5400"/>
              <a:buChar char="○"/>
              <a:defRPr/>
            </a:lvl5pPr>
            <a:lvl6pPr indent="-571500" lvl="5" marL="2743200">
              <a:spcBef>
                <a:spcPts val="0"/>
              </a:spcBef>
              <a:spcAft>
                <a:spcPts val="0"/>
              </a:spcAft>
              <a:buSzPts val="5400"/>
              <a:buChar char="■"/>
              <a:defRPr/>
            </a:lvl6pPr>
            <a:lvl7pPr indent="-571500" lvl="6" marL="3200400">
              <a:spcBef>
                <a:spcPts val="0"/>
              </a:spcBef>
              <a:spcAft>
                <a:spcPts val="0"/>
              </a:spcAft>
              <a:buSzPts val="5400"/>
              <a:buChar char="●"/>
              <a:defRPr/>
            </a:lvl7pPr>
            <a:lvl8pPr indent="-571500" lvl="7" marL="3657600">
              <a:spcBef>
                <a:spcPts val="0"/>
              </a:spcBef>
              <a:spcAft>
                <a:spcPts val="0"/>
              </a:spcAft>
              <a:buSzPts val="5400"/>
              <a:buChar char="○"/>
              <a:defRPr/>
            </a:lvl8pPr>
            <a:lvl9pPr indent="-571500" lvl="8" marL="4114800">
              <a:spcBef>
                <a:spcPts val="0"/>
              </a:spcBef>
              <a:spcAft>
                <a:spcPts val="0"/>
              </a:spcAft>
              <a:buSzPts val="5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30500848" y="19896392"/>
            <a:ext cx="1975200" cy="1679400"/>
          </a:xfrm>
          <a:prstGeom prst="rect">
            <a:avLst/>
          </a:prstGeom>
        </p:spPr>
        <p:txBody>
          <a:bodyPr anchorCtr="0" anchor="ctr" bIns="349450" lIns="349450" spcFirstLastPara="1" rIns="349450" wrap="square" tIns="3494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1122120" y="18050453"/>
            <a:ext cx="21595800" cy="2581800"/>
          </a:xfrm>
          <a:prstGeom prst="rect">
            <a:avLst/>
          </a:prstGeom>
        </p:spPr>
        <p:txBody>
          <a:bodyPr anchorCtr="0" anchor="ctr" bIns="349450" lIns="349450" spcFirstLastPara="1" rIns="349450" wrap="square" tIns="34945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30500848" y="19896392"/>
            <a:ext cx="1975200" cy="1679400"/>
          </a:xfrm>
          <a:prstGeom prst="rect">
            <a:avLst/>
          </a:prstGeom>
        </p:spPr>
        <p:txBody>
          <a:bodyPr anchorCtr="0" anchor="ctr" bIns="349450" lIns="349450" spcFirstLastPara="1" rIns="349450" wrap="square" tIns="3494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1122120" y="4719467"/>
            <a:ext cx="30674100" cy="8377500"/>
          </a:xfrm>
          <a:prstGeom prst="rect">
            <a:avLst/>
          </a:prstGeom>
        </p:spPr>
        <p:txBody>
          <a:bodyPr anchorCtr="0" anchor="b" bIns="349450" lIns="349450" spcFirstLastPara="1" rIns="349450" wrap="square" tIns="3494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5900"/>
              <a:buNone/>
              <a:defRPr sz="45900"/>
            </a:lvl1pPr>
            <a:lvl2pPr lvl="1" algn="ctr">
              <a:spcBef>
                <a:spcPts val="0"/>
              </a:spcBef>
              <a:spcAft>
                <a:spcPts val="0"/>
              </a:spcAft>
              <a:buSzPts val="45900"/>
              <a:buNone/>
              <a:defRPr sz="45900"/>
            </a:lvl2pPr>
            <a:lvl3pPr lvl="2" algn="ctr">
              <a:spcBef>
                <a:spcPts val="0"/>
              </a:spcBef>
              <a:spcAft>
                <a:spcPts val="0"/>
              </a:spcAft>
              <a:buSzPts val="45900"/>
              <a:buNone/>
              <a:defRPr sz="45900"/>
            </a:lvl3pPr>
            <a:lvl4pPr lvl="3" algn="ctr">
              <a:spcBef>
                <a:spcPts val="0"/>
              </a:spcBef>
              <a:spcAft>
                <a:spcPts val="0"/>
              </a:spcAft>
              <a:buSzPts val="45900"/>
              <a:buNone/>
              <a:defRPr sz="45900"/>
            </a:lvl4pPr>
            <a:lvl5pPr lvl="4" algn="ctr">
              <a:spcBef>
                <a:spcPts val="0"/>
              </a:spcBef>
              <a:spcAft>
                <a:spcPts val="0"/>
              </a:spcAft>
              <a:buSzPts val="45900"/>
              <a:buNone/>
              <a:defRPr sz="45900"/>
            </a:lvl5pPr>
            <a:lvl6pPr lvl="5" algn="ctr">
              <a:spcBef>
                <a:spcPts val="0"/>
              </a:spcBef>
              <a:spcAft>
                <a:spcPts val="0"/>
              </a:spcAft>
              <a:buSzPts val="45900"/>
              <a:buNone/>
              <a:defRPr sz="45900"/>
            </a:lvl6pPr>
            <a:lvl7pPr lvl="6" algn="ctr">
              <a:spcBef>
                <a:spcPts val="0"/>
              </a:spcBef>
              <a:spcAft>
                <a:spcPts val="0"/>
              </a:spcAft>
              <a:buSzPts val="45900"/>
              <a:buNone/>
              <a:defRPr sz="45900"/>
            </a:lvl7pPr>
            <a:lvl8pPr lvl="7" algn="ctr">
              <a:spcBef>
                <a:spcPts val="0"/>
              </a:spcBef>
              <a:spcAft>
                <a:spcPts val="0"/>
              </a:spcAft>
              <a:buSzPts val="45900"/>
              <a:buNone/>
              <a:defRPr sz="45900"/>
            </a:lvl8pPr>
            <a:lvl9pPr lvl="8" algn="ctr">
              <a:spcBef>
                <a:spcPts val="0"/>
              </a:spcBef>
              <a:spcAft>
                <a:spcPts val="0"/>
              </a:spcAft>
              <a:buSzPts val="45900"/>
              <a:buNone/>
              <a:defRPr sz="459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1122120" y="13449493"/>
            <a:ext cx="30674100" cy="5550000"/>
          </a:xfrm>
          <a:prstGeom prst="rect">
            <a:avLst/>
          </a:prstGeom>
        </p:spPr>
        <p:txBody>
          <a:bodyPr anchorCtr="0" anchor="t" bIns="349450" lIns="349450" spcFirstLastPara="1" rIns="349450" wrap="square" tIns="349450">
            <a:normAutofit/>
          </a:bodyPr>
          <a:lstStyle>
            <a:lvl1pPr indent="-666750" lvl="0" marL="457200" algn="ctr">
              <a:spcBef>
                <a:spcPts val="0"/>
              </a:spcBef>
              <a:spcAft>
                <a:spcPts val="0"/>
              </a:spcAft>
              <a:buSzPts val="6900"/>
              <a:buChar char="●"/>
              <a:defRPr/>
            </a:lvl1pPr>
            <a:lvl2pPr indent="-571500" lvl="1" marL="914400" algn="ctr">
              <a:spcBef>
                <a:spcPts val="0"/>
              </a:spcBef>
              <a:spcAft>
                <a:spcPts val="0"/>
              </a:spcAft>
              <a:buSzPts val="5400"/>
              <a:buChar char="○"/>
              <a:defRPr/>
            </a:lvl2pPr>
            <a:lvl3pPr indent="-571500" lvl="2" marL="1371600" algn="ctr">
              <a:spcBef>
                <a:spcPts val="0"/>
              </a:spcBef>
              <a:spcAft>
                <a:spcPts val="0"/>
              </a:spcAft>
              <a:buSzPts val="5400"/>
              <a:buChar char="■"/>
              <a:defRPr/>
            </a:lvl3pPr>
            <a:lvl4pPr indent="-571500" lvl="3" marL="1828800" algn="ctr">
              <a:spcBef>
                <a:spcPts val="0"/>
              </a:spcBef>
              <a:spcAft>
                <a:spcPts val="0"/>
              </a:spcAft>
              <a:buSzPts val="5400"/>
              <a:buChar char="●"/>
              <a:defRPr/>
            </a:lvl4pPr>
            <a:lvl5pPr indent="-571500" lvl="4" marL="2286000" algn="ctr">
              <a:spcBef>
                <a:spcPts val="0"/>
              </a:spcBef>
              <a:spcAft>
                <a:spcPts val="0"/>
              </a:spcAft>
              <a:buSzPts val="5400"/>
              <a:buChar char="○"/>
              <a:defRPr/>
            </a:lvl5pPr>
            <a:lvl6pPr indent="-571500" lvl="5" marL="2743200" algn="ctr">
              <a:spcBef>
                <a:spcPts val="0"/>
              </a:spcBef>
              <a:spcAft>
                <a:spcPts val="0"/>
              </a:spcAft>
              <a:buSzPts val="5400"/>
              <a:buChar char="■"/>
              <a:defRPr/>
            </a:lvl6pPr>
            <a:lvl7pPr indent="-571500" lvl="6" marL="3200400" algn="ctr">
              <a:spcBef>
                <a:spcPts val="0"/>
              </a:spcBef>
              <a:spcAft>
                <a:spcPts val="0"/>
              </a:spcAft>
              <a:buSzPts val="5400"/>
              <a:buChar char="●"/>
              <a:defRPr/>
            </a:lvl7pPr>
            <a:lvl8pPr indent="-571500" lvl="7" marL="3657600" algn="ctr">
              <a:spcBef>
                <a:spcPts val="0"/>
              </a:spcBef>
              <a:spcAft>
                <a:spcPts val="0"/>
              </a:spcAft>
              <a:buSzPts val="5400"/>
              <a:buChar char="○"/>
              <a:defRPr/>
            </a:lvl8pPr>
            <a:lvl9pPr indent="-571500" lvl="8" marL="4114800" algn="ctr">
              <a:spcBef>
                <a:spcPts val="0"/>
              </a:spcBef>
              <a:spcAft>
                <a:spcPts val="0"/>
              </a:spcAft>
              <a:buSzPts val="5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30500848" y="19896392"/>
            <a:ext cx="1975200" cy="1679400"/>
          </a:xfrm>
          <a:prstGeom prst="rect">
            <a:avLst/>
          </a:prstGeom>
        </p:spPr>
        <p:txBody>
          <a:bodyPr anchorCtr="0" anchor="ctr" bIns="349450" lIns="349450" spcFirstLastPara="1" rIns="349450" wrap="square" tIns="3494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30500848" y="19896392"/>
            <a:ext cx="1975200" cy="1679400"/>
          </a:xfrm>
          <a:prstGeom prst="rect">
            <a:avLst/>
          </a:prstGeom>
        </p:spPr>
        <p:txBody>
          <a:bodyPr anchorCtr="0" anchor="ctr" bIns="349450" lIns="349450" spcFirstLastPara="1" rIns="349450" wrap="square" tIns="3494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ctrTitle"/>
          </p:nvPr>
        </p:nvSpPr>
        <p:spPr>
          <a:xfrm>
            <a:off x="2468880" y="3591562"/>
            <a:ext cx="27980700" cy="7640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950" lIns="92025" spcFirstLastPara="1" rIns="92025" wrap="square" tIns="4595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500"/>
              <a:buFont typeface="Calibri"/>
              <a:buNone/>
              <a:defRPr sz="19500"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4114800" y="11526522"/>
            <a:ext cx="24688800" cy="529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950" lIns="92025" spcFirstLastPara="1" rIns="92025" wrap="square" tIns="45950">
            <a:normAutofit/>
          </a:bodyPr>
          <a:lstStyle>
            <a:lvl1pPr lvl="0" algn="ctr">
              <a:lnSpc>
                <a:spcPct val="90000"/>
              </a:lnSpc>
              <a:spcBef>
                <a:spcPts val="3100"/>
              </a:spcBef>
              <a:spcAft>
                <a:spcPts val="0"/>
              </a:spcAft>
              <a:buClr>
                <a:schemeClr val="dk1"/>
              </a:buClr>
              <a:buSzPts val="7600"/>
              <a:buNone/>
              <a:defRPr sz="7600"/>
            </a:lvl1pPr>
            <a:lvl2pPr lvl="1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500"/>
              <a:buNone/>
              <a:defRPr sz="6500"/>
            </a:lvl2pPr>
            <a:lvl3pPr lvl="2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700"/>
              <a:buNone/>
              <a:defRPr sz="5700"/>
            </a:lvl3pPr>
            <a:lvl4pPr lvl="3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/>
            </a:lvl4pPr>
            <a:lvl5pPr lvl="4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/>
            </a:lvl5pPr>
            <a:lvl6pPr lvl="5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/>
            </a:lvl6pPr>
            <a:lvl7pPr lvl="6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/>
            </a:lvl7pPr>
            <a:lvl8pPr lvl="7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/>
            </a:lvl8pPr>
            <a:lvl9pPr lvl="8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/>
            </a:lvl9pPr>
          </a:lstStyle>
          <a:p/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2263140" y="20340325"/>
            <a:ext cx="7406700" cy="11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950" lIns="92025" spcFirstLastPara="1" rIns="92025" wrap="square" tIns="45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10904220" y="20340325"/>
            <a:ext cx="11109900" cy="11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950" lIns="92025" spcFirstLastPara="1" rIns="92025" wrap="square" tIns="45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23248620" y="20340325"/>
            <a:ext cx="7406700" cy="11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950" lIns="92025" spcFirstLastPara="1" rIns="92025" wrap="square" tIns="459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type="title"/>
          </p:nvPr>
        </p:nvSpPr>
        <p:spPr>
          <a:xfrm>
            <a:off x="2263140" y="1168405"/>
            <a:ext cx="28392000" cy="424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950" lIns="92025" spcFirstLastPara="1" rIns="92025" wrap="square" tIns="459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2263140" y="5842000"/>
            <a:ext cx="28392000" cy="139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950" lIns="92025" spcFirstLastPara="1" rIns="92025" wrap="square" tIns="45950">
            <a:normAutofit/>
          </a:bodyPr>
          <a:lstStyle>
            <a:lvl1pPr indent="-349250" lvl="0" marL="457200" algn="l">
              <a:lnSpc>
                <a:spcPct val="90000"/>
              </a:lnSpc>
              <a:spcBef>
                <a:spcPts val="31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1pPr>
            <a:lvl2pPr indent="-349250" lvl="1" marL="9144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2pPr>
            <a:lvl3pPr indent="-349250" lvl="2" marL="1371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3pPr>
            <a:lvl4pPr indent="-349250" lvl="3" marL="1828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4pPr>
            <a:lvl5pPr indent="-349250" lvl="4" marL="22860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5pPr>
            <a:lvl6pPr indent="-349250" lvl="5" marL="27432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2263140" y="20340325"/>
            <a:ext cx="7406700" cy="11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950" lIns="92025" spcFirstLastPara="1" rIns="92025" wrap="square" tIns="45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10904220" y="20340325"/>
            <a:ext cx="11109900" cy="11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950" lIns="92025" spcFirstLastPara="1" rIns="92025" wrap="square" tIns="45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23248620" y="20340325"/>
            <a:ext cx="7406700" cy="11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950" lIns="92025" spcFirstLastPara="1" rIns="92025" wrap="square" tIns="459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2245997" y="5471167"/>
            <a:ext cx="28392000" cy="912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950" lIns="92025" spcFirstLastPara="1" rIns="92025" wrap="square" tIns="459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500"/>
              <a:buFont typeface="Calibri"/>
              <a:buNone/>
              <a:defRPr sz="19500"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>
            <a:off x="2245997" y="14686288"/>
            <a:ext cx="283920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950" lIns="92025" spcFirstLastPara="1" rIns="92025" wrap="square" tIns="459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3100"/>
              </a:spcBef>
              <a:spcAft>
                <a:spcPts val="0"/>
              </a:spcAft>
              <a:buClr>
                <a:schemeClr val="dk1"/>
              </a:buClr>
              <a:buSzPts val="7600"/>
              <a:buNone/>
              <a:defRPr sz="76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888888"/>
              </a:buClr>
              <a:buSzPts val="6500"/>
              <a:buNone/>
              <a:defRPr sz="6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888888"/>
              </a:buClr>
              <a:buSzPts val="5700"/>
              <a:buNone/>
              <a:defRPr sz="57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888888"/>
              </a:buClr>
              <a:buSzPts val="5000"/>
              <a:buNone/>
              <a:defRPr sz="50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888888"/>
              </a:buClr>
              <a:buSzPts val="5000"/>
              <a:buNone/>
              <a:defRPr sz="50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888888"/>
              </a:buClr>
              <a:buSzPts val="5000"/>
              <a:buNone/>
              <a:defRPr sz="50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888888"/>
              </a:buClr>
              <a:buSzPts val="5000"/>
              <a:buNone/>
              <a:defRPr sz="50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888888"/>
              </a:buClr>
              <a:buSzPts val="5000"/>
              <a:buNone/>
              <a:defRPr sz="50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888888"/>
              </a:buClr>
              <a:buSzPts val="5000"/>
              <a:buNone/>
              <a:defRPr sz="50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2263140" y="20340325"/>
            <a:ext cx="7406700" cy="11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950" lIns="92025" spcFirstLastPara="1" rIns="92025" wrap="square" tIns="45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10904220" y="20340325"/>
            <a:ext cx="11109900" cy="11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950" lIns="92025" spcFirstLastPara="1" rIns="92025" wrap="square" tIns="45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23248620" y="20340325"/>
            <a:ext cx="7406700" cy="11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950" lIns="92025" spcFirstLastPara="1" rIns="92025" wrap="square" tIns="459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>
            <a:off x="2263140" y="1168405"/>
            <a:ext cx="28392000" cy="424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950" lIns="92025" spcFirstLastPara="1" rIns="92025" wrap="square" tIns="459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>
            <a:off x="2263140" y="5842000"/>
            <a:ext cx="13990200" cy="139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950" lIns="92025" spcFirstLastPara="1" rIns="92025" wrap="square" tIns="45950">
            <a:normAutofit/>
          </a:bodyPr>
          <a:lstStyle>
            <a:lvl1pPr indent="-349250" lvl="0" marL="457200" algn="l">
              <a:lnSpc>
                <a:spcPct val="90000"/>
              </a:lnSpc>
              <a:spcBef>
                <a:spcPts val="31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1pPr>
            <a:lvl2pPr indent="-349250" lvl="1" marL="9144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2pPr>
            <a:lvl3pPr indent="-349250" lvl="2" marL="1371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3pPr>
            <a:lvl4pPr indent="-349250" lvl="3" marL="1828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4pPr>
            <a:lvl5pPr indent="-349250" lvl="4" marL="22860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5pPr>
            <a:lvl6pPr indent="-349250" lvl="5" marL="27432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2" type="body"/>
          </p:nvPr>
        </p:nvSpPr>
        <p:spPr>
          <a:xfrm>
            <a:off x="16664941" y="5842000"/>
            <a:ext cx="13990200" cy="139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950" lIns="92025" spcFirstLastPara="1" rIns="92025" wrap="square" tIns="45950">
            <a:normAutofit/>
          </a:bodyPr>
          <a:lstStyle>
            <a:lvl1pPr indent="-349250" lvl="0" marL="457200" algn="l">
              <a:lnSpc>
                <a:spcPct val="90000"/>
              </a:lnSpc>
              <a:spcBef>
                <a:spcPts val="31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1pPr>
            <a:lvl2pPr indent="-349250" lvl="1" marL="9144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2pPr>
            <a:lvl3pPr indent="-349250" lvl="2" marL="1371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3pPr>
            <a:lvl4pPr indent="-349250" lvl="3" marL="1828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4pPr>
            <a:lvl5pPr indent="-349250" lvl="4" marL="22860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5pPr>
            <a:lvl6pPr indent="-349250" lvl="5" marL="27432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0" type="dt"/>
          </p:nvPr>
        </p:nvSpPr>
        <p:spPr>
          <a:xfrm>
            <a:off x="2263140" y="20340325"/>
            <a:ext cx="7406700" cy="11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950" lIns="92025" spcFirstLastPara="1" rIns="92025" wrap="square" tIns="45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1" type="ftr"/>
          </p:nvPr>
        </p:nvSpPr>
        <p:spPr>
          <a:xfrm>
            <a:off x="10904220" y="20340325"/>
            <a:ext cx="11109900" cy="11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950" lIns="92025" spcFirstLastPara="1" rIns="92025" wrap="square" tIns="45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12" type="sldNum"/>
          </p:nvPr>
        </p:nvSpPr>
        <p:spPr>
          <a:xfrm>
            <a:off x="23248620" y="20340325"/>
            <a:ext cx="7406700" cy="11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950" lIns="92025" spcFirstLastPara="1" rIns="92025" wrap="square" tIns="459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>
            <p:ph type="title"/>
          </p:nvPr>
        </p:nvSpPr>
        <p:spPr>
          <a:xfrm>
            <a:off x="2267428" y="1168405"/>
            <a:ext cx="28392000" cy="424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950" lIns="92025" spcFirstLastPara="1" rIns="92025" wrap="square" tIns="459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" type="body"/>
          </p:nvPr>
        </p:nvSpPr>
        <p:spPr>
          <a:xfrm>
            <a:off x="2267431" y="5379722"/>
            <a:ext cx="13926000" cy="2636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950" lIns="92025" spcFirstLastPara="1" rIns="92025" wrap="square" tIns="459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3100"/>
              </a:spcBef>
              <a:spcAft>
                <a:spcPts val="0"/>
              </a:spcAft>
              <a:buClr>
                <a:schemeClr val="dk1"/>
              </a:buClr>
              <a:buSzPts val="7600"/>
              <a:buNone/>
              <a:defRPr b="1" sz="7600"/>
            </a:lvl1pPr>
            <a:lvl2pPr indent="-228600" lvl="1" marL="9144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500"/>
              <a:buNone/>
              <a:defRPr b="1" sz="6500"/>
            </a:lvl2pPr>
            <a:lvl3pPr indent="-228600" lvl="2" marL="1371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700"/>
              <a:buNone/>
              <a:defRPr b="1" sz="5700"/>
            </a:lvl3pPr>
            <a:lvl4pPr indent="-228600" lvl="3" marL="1828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b="1" sz="5000"/>
            </a:lvl4pPr>
            <a:lvl5pPr indent="-228600" lvl="4" marL="22860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b="1" sz="5000"/>
            </a:lvl5pPr>
            <a:lvl6pPr indent="-228600" lvl="5" marL="27432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b="1" sz="5000"/>
            </a:lvl6pPr>
            <a:lvl7pPr indent="-228600" lvl="6" marL="32004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b="1" sz="5000"/>
            </a:lvl7pPr>
            <a:lvl8pPr indent="-228600" lvl="7" marL="3657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b="1" sz="5000"/>
            </a:lvl8pPr>
            <a:lvl9pPr indent="-228600" lvl="8" marL="4114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b="1" sz="5000"/>
            </a:lvl9pPr>
          </a:lstStyle>
          <a:p/>
        </p:txBody>
      </p:sp>
      <p:sp>
        <p:nvSpPr>
          <p:cNvPr id="84" name="Google Shape;84;p18"/>
          <p:cNvSpPr txBox="1"/>
          <p:nvPr>
            <p:ph idx="2" type="body"/>
          </p:nvPr>
        </p:nvSpPr>
        <p:spPr>
          <a:xfrm>
            <a:off x="2267431" y="8016240"/>
            <a:ext cx="13926000" cy="117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950" lIns="92025" spcFirstLastPara="1" rIns="92025" wrap="square" tIns="45950">
            <a:normAutofit/>
          </a:bodyPr>
          <a:lstStyle>
            <a:lvl1pPr indent="-349250" lvl="0" marL="457200" algn="l">
              <a:lnSpc>
                <a:spcPct val="90000"/>
              </a:lnSpc>
              <a:spcBef>
                <a:spcPts val="31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1pPr>
            <a:lvl2pPr indent="-349250" lvl="1" marL="9144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2pPr>
            <a:lvl3pPr indent="-349250" lvl="2" marL="1371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3pPr>
            <a:lvl4pPr indent="-349250" lvl="3" marL="1828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4pPr>
            <a:lvl5pPr indent="-349250" lvl="4" marL="22860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5pPr>
            <a:lvl6pPr indent="-349250" lvl="5" marL="27432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85" name="Google Shape;85;p18"/>
          <p:cNvSpPr txBox="1"/>
          <p:nvPr>
            <p:ph idx="3" type="body"/>
          </p:nvPr>
        </p:nvSpPr>
        <p:spPr>
          <a:xfrm>
            <a:off x="16664942" y="5379722"/>
            <a:ext cx="13994700" cy="2636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950" lIns="92025" spcFirstLastPara="1" rIns="92025" wrap="square" tIns="459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3100"/>
              </a:spcBef>
              <a:spcAft>
                <a:spcPts val="0"/>
              </a:spcAft>
              <a:buClr>
                <a:schemeClr val="dk1"/>
              </a:buClr>
              <a:buSzPts val="7600"/>
              <a:buNone/>
              <a:defRPr b="1" sz="7600"/>
            </a:lvl1pPr>
            <a:lvl2pPr indent="-228600" lvl="1" marL="9144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500"/>
              <a:buNone/>
              <a:defRPr b="1" sz="6500"/>
            </a:lvl2pPr>
            <a:lvl3pPr indent="-228600" lvl="2" marL="1371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700"/>
              <a:buNone/>
              <a:defRPr b="1" sz="5700"/>
            </a:lvl3pPr>
            <a:lvl4pPr indent="-228600" lvl="3" marL="1828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b="1" sz="5000"/>
            </a:lvl4pPr>
            <a:lvl5pPr indent="-228600" lvl="4" marL="22860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b="1" sz="5000"/>
            </a:lvl5pPr>
            <a:lvl6pPr indent="-228600" lvl="5" marL="27432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b="1" sz="5000"/>
            </a:lvl6pPr>
            <a:lvl7pPr indent="-228600" lvl="6" marL="32004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b="1" sz="5000"/>
            </a:lvl7pPr>
            <a:lvl8pPr indent="-228600" lvl="7" marL="3657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b="1" sz="5000"/>
            </a:lvl8pPr>
            <a:lvl9pPr indent="-228600" lvl="8" marL="4114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b="1" sz="5000"/>
            </a:lvl9pPr>
          </a:lstStyle>
          <a:p/>
        </p:txBody>
      </p:sp>
      <p:sp>
        <p:nvSpPr>
          <p:cNvPr id="86" name="Google Shape;86;p18"/>
          <p:cNvSpPr txBox="1"/>
          <p:nvPr>
            <p:ph idx="4" type="body"/>
          </p:nvPr>
        </p:nvSpPr>
        <p:spPr>
          <a:xfrm>
            <a:off x="16664942" y="8016240"/>
            <a:ext cx="13994700" cy="117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950" lIns="92025" spcFirstLastPara="1" rIns="92025" wrap="square" tIns="45950">
            <a:normAutofit/>
          </a:bodyPr>
          <a:lstStyle>
            <a:lvl1pPr indent="-349250" lvl="0" marL="457200" algn="l">
              <a:lnSpc>
                <a:spcPct val="90000"/>
              </a:lnSpc>
              <a:spcBef>
                <a:spcPts val="31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1pPr>
            <a:lvl2pPr indent="-349250" lvl="1" marL="9144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2pPr>
            <a:lvl3pPr indent="-349250" lvl="2" marL="1371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3pPr>
            <a:lvl4pPr indent="-349250" lvl="3" marL="1828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4pPr>
            <a:lvl5pPr indent="-349250" lvl="4" marL="22860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5pPr>
            <a:lvl6pPr indent="-349250" lvl="5" marL="27432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87" name="Google Shape;87;p18"/>
          <p:cNvSpPr txBox="1"/>
          <p:nvPr>
            <p:ph idx="10" type="dt"/>
          </p:nvPr>
        </p:nvSpPr>
        <p:spPr>
          <a:xfrm>
            <a:off x="2263140" y="20340325"/>
            <a:ext cx="7406700" cy="11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950" lIns="92025" spcFirstLastPara="1" rIns="92025" wrap="square" tIns="45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88" name="Google Shape;88;p18"/>
          <p:cNvSpPr txBox="1"/>
          <p:nvPr>
            <p:ph idx="11" type="ftr"/>
          </p:nvPr>
        </p:nvSpPr>
        <p:spPr>
          <a:xfrm>
            <a:off x="10904220" y="20340325"/>
            <a:ext cx="11109900" cy="11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950" lIns="92025" spcFirstLastPara="1" rIns="92025" wrap="square" tIns="45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89" name="Google Shape;89;p18"/>
          <p:cNvSpPr txBox="1"/>
          <p:nvPr>
            <p:ph idx="12" type="sldNum"/>
          </p:nvPr>
        </p:nvSpPr>
        <p:spPr>
          <a:xfrm>
            <a:off x="23248620" y="20340325"/>
            <a:ext cx="7406700" cy="11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950" lIns="92025" spcFirstLastPara="1" rIns="92025" wrap="square" tIns="459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2263140" y="1168405"/>
            <a:ext cx="28392000" cy="424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950" lIns="92025" spcFirstLastPara="1" rIns="92025" wrap="square" tIns="459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0" type="dt"/>
          </p:nvPr>
        </p:nvSpPr>
        <p:spPr>
          <a:xfrm>
            <a:off x="2263140" y="20340325"/>
            <a:ext cx="7406700" cy="11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950" lIns="92025" spcFirstLastPara="1" rIns="92025" wrap="square" tIns="45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1" type="ftr"/>
          </p:nvPr>
        </p:nvSpPr>
        <p:spPr>
          <a:xfrm>
            <a:off x="10904220" y="20340325"/>
            <a:ext cx="11109900" cy="11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950" lIns="92025" spcFirstLastPara="1" rIns="92025" wrap="square" tIns="45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94" name="Google Shape;94;p19"/>
          <p:cNvSpPr txBox="1"/>
          <p:nvPr>
            <p:ph idx="12" type="sldNum"/>
          </p:nvPr>
        </p:nvSpPr>
        <p:spPr>
          <a:xfrm>
            <a:off x="23248620" y="20340325"/>
            <a:ext cx="7406700" cy="11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950" lIns="92025" spcFirstLastPara="1" rIns="92025" wrap="square" tIns="459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idx="10" type="dt"/>
          </p:nvPr>
        </p:nvSpPr>
        <p:spPr>
          <a:xfrm>
            <a:off x="2263140" y="20340325"/>
            <a:ext cx="7406700" cy="11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950" lIns="92025" spcFirstLastPara="1" rIns="92025" wrap="square" tIns="45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10904220" y="20340325"/>
            <a:ext cx="11109900" cy="11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950" lIns="92025" spcFirstLastPara="1" rIns="92025" wrap="square" tIns="45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23248620" y="20340325"/>
            <a:ext cx="7406700" cy="11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950" lIns="92025" spcFirstLastPara="1" rIns="92025" wrap="square" tIns="459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2267428" y="1463040"/>
            <a:ext cx="10617000" cy="5120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950" lIns="92025" spcFirstLastPara="1" rIns="92025" wrap="square" tIns="459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300"/>
              <a:buFont typeface="Calibri"/>
              <a:buNone/>
              <a:defRPr sz="10300"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13994608" y="3159765"/>
            <a:ext cx="16665000" cy="155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950" lIns="92025" spcFirstLastPara="1" rIns="92025" wrap="square" tIns="45950">
            <a:normAutofit/>
          </a:bodyPr>
          <a:lstStyle>
            <a:lvl1pPr indent="-882650" lvl="0" marL="457200" algn="l">
              <a:lnSpc>
                <a:spcPct val="90000"/>
              </a:lnSpc>
              <a:spcBef>
                <a:spcPts val="3100"/>
              </a:spcBef>
              <a:spcAft>
                <a:spcPts val="0"/>
              </a:spcAft>
              <a:buClr>
                <a:schemeClr val="dk1"/>
              </a:buClr>
              <a:buSzPts val="10300"/>
              <a:buChar char="•"/>
              <a:defRPr sz="10300"/>
            </a:lvl1pPr>
            <a:lvl2pPr indent="-812800" lvl="1" marL="9144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9200"/>
              <a:buChar char="•"/>
              <a:defRPr sz="9200"/>
            </a:lvl2pPr>
            <a:lvl3pPr indent="-711200" lvl="2" marL="1371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7600"/>
              <a:buChar char="•"/>
              <a:defRPr sz="7600"/>
            </a:lvl3pPr>
            <a:lvl4pPr indent="-641350" lvl="3" marL="1828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500"/>
              <a:buChar char="•"/>
              <a:defRPr sz="6500"/>
            </a:lvl4pPr>
            <a:lvl5pPr indent="-641350" lvl="4" marL="22860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500"/>
              <a:buChar char="•"/>
              <a:defRPr sz="6500"/>
            </a:lvl5pPr>
            <a:lvl6pPr indent="-641350" lvl="5" marL="27432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500"/>
              <a:buChar char="•"/>
              <a:defRPr sz="6500"/>
            </a:lvl6pPr>
            <a:lvl7pPr indent="-641350" lvl="6" marL="32004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500"/>
              <a:buChar char="•"/>
              <a:defRPr sz="6500"/>
            </a:lvl7pPr>
            <a:lvl8pPr indent="-641350" lvl="7" marL="3657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500"/>
              <a:buChar char="•"/>
              <a:defRPr sz="6500"/>
            </a:lvl8pPr>
            <a:lvl9pPr indent="-641350" lvl="8" marL="4114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500"/>
              <a:buChar char="•"/>
              <a:defRPr sz="65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2267428" y="6583680"/>
            <a:ext cx="10617000" cy="121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950" lIns="92025" spcFirstLastPara="1" rIns="92025" wrap="square" tIns="459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310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/>
            </a:lvl1pPr>
            <a:lvl2pPr indent="-228600" lvl="1" marL="9144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600"/>
              <a:buNone/>
              <a:defRPr sz="4600"/>
            </a:lvl2pPr>
            <a:lvl3pPr indent="-228600" lvl="2" marL="1371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800"/>
              <a:buNone/>
              <a:defRPr sz="3800"/>
            </a:lvl3pPr>
            <a:lvl4pPr indent="-228600" lvl="3" marL="1828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100"/>
              <a:buNone/>
              <a:defRPr sz="3100"/>
            </a:lvl4pPr>
            <a:lvl5pPr indent="-228600" lvl="4" marL="22860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100"/>
              <a:buNone/>
              <a:defRPr sz="3100"/>
            </a:lvl5pPr>
            <a:lvl6pPr indent="-228600" lvl="5" marL="27432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100"/>
              <a:buNone/>
              <a:defRPr sz="3100"/>
            </a:lvl6pPr>
            <a:lvl7pPr indent="-228600" lvl="6" marL="32004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100"/>
              <a:buNone/>
              <a:defRPr sz="3100"/>
            </a:lvl7pPr>
            <a:lvl8pPr indent="-228600" lvl="7" marL="3657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100"/>
              <a:buNone/>
              <a:defRPr sz="3100"/>
            </a:lvl8pPr>
            <a:lvl9pPr indent="-228600" lvl="8" marL="4114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100"/>
              <a:buNone/>
              <a:defRPr sz="31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2263140" y="20340325"/>
            <a:ext cx="7406700" cy="11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950" lIns="92025" spcFirstLastPara="1" rIns="92025" wrap="square" tIns="45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10904220" y="20340325"/>
            <a:ext cx="11109900" cy="11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950" lIns="92025" spcFirstLastPara="1" rIns="92025" wrap="square" tIns="45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23248620" y="20340325"/>
            <a:ext cx="7406700" cy="11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950" lIns="92025" spcFirstLastPara="1" rIns="92025" wrap="square" tIns="459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2267428" y="1463040"/>
            <a:ext cx="10617000" cy="5120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950" lIns="92025" spcFirstLastPara="1" rIns="92025" wrap="square" tIns="459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300"/>
              <a:buFont typeface="Calibri"/>
              <a:buNone/>
              <a:defRPr sz="10300"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13994608" y="3159765"/>
            <a:ext cx="16665000" cy="155955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2267428" y="6583680"/>
            <a:ext cx="10617000" cy="121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950" lIns="92025" spcFirstLastPara="1" rIns="92025" wrap="square" tIns="459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310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/>
            </a:lvl1pPr>
            <a:lvl2pPr indent="-228600" lvl="1" marL="9144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600"/>
              <a:buNone/>
              <a:defRPr sz="4600"/>
            </a:lvl2pPr>
            <a:lvl3pPr indent="-228600" lvl="2" marL="1371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800"/>
              <a:buNone/>
              <a:defRPr sz="3800"/>
            </a:lvl3pPr>
            <a:lvl4pPr indent="-228600" lvl="3" marL="1828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100"/>
              <a:buNone/>
              <a:defRPr sz="3100"/>
            </a:lvl4pPr>
            <a:lvl5pPr indent="-228600" lvl="4" marL="22860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100"/>
              <a:buNone/>
              <a:defRPr sz="3100"/>
            </a:lvl5pPr>
            <a:lvl6pPr indent="-228600" lvl="5" marL="27432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100"/>
              <a:buNone/>
              <a:defRPr sz="3100"/>
            </a:lvl6pPr>
            <a:lvl7pPr indent="-228600" lvl="6" marL="32004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100"/>
              <a:buNone/>
              <a:defRPr sz="3100"/>
            </a:lvl7pPr>
            <a:lvl8pPr indent="-228600" lvl="7" marL="3657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100"/>
              <a:buNone/>
              <a:defRPr sz="3100"/>
            </a:lvl8pPr>
            <a:lvl9pPr indent="-228600" lvl="8" marL="4114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100"/>
              <a:buNone/>
              <a:defRPr sz="31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2263140" y="20340325"/>
            <a:ext cx="7406700" cy="11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950" lIns="92025" spcFirstLastPara="1" rIns="92025" wrap="square" tIns="45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10904220" y="20340325"/>
            <a:ext cx="11109900" cy="11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950" lIns="92025" spcFirstLastPara="1" rIns="92025" wrap="square" tIns="45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23248620" y="20340325"/>
            <a:ext cx="7406700" cy="11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950" lIns="92025" spcFirstLastPara="1" rIns="92025" wrap="square" tIns="459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2263140" y="1168405"/>
            <a:ext cx="28392000" cy="424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950" lIns="92025" spcFirstLastPara="1" rIns="92025" wrap="square" tIns="459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9497159" y="-1391900"/>
            <a:ext cx="13924200" cy="283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950" lIns="92025" spcFirstLastPara="1" rIns="92025" wrap="square" tIns="45950">
            <a:normAutofit/>
          </a:bodyPr>
          <a:lstStyle>
            <a:lvl1pPr indent="-349250" lvl="0" marL="457200" algn="l">
              <a:lnSpc>
                <a:spcPct val="90000"/>
              </a:lnSpc>
              <a:spcBef>
                <a:spcPts val="31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1pPr>
            <a:lvl2pPr indent="-349250" lvl="1" marL="9144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2pPr>
            <a:lvl3pPr indent="-349250" lvl="2" marL="1371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3pPr>
            <a:lvl4pPr indent="-349250" lvl="3" marL="1828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4pPr>
            <a:lvl5pPr indent="-349250" lvl="4" marL="22860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5pPr>
            <a:lvl6pPr indent="-349250" lvl="5" marL="27432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2263140" y="20340325"/>
            <a:ext cx="7406700" cy="11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950" lIns="92025" spcFirstLastPara="1" rIns="92025" wrap="square" tIns="45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10904220" y="20340325"/>
            <a:ext cx="11109900" cy="11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950" lIns="92025" spcFirstLastPara="1" rIns="92025" wrap="square" tIns="45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23248620" y="20340325"/>
            <a:ext cx="7406700" cy="11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950" lIns="92025" spcFirstLastPara="1" rIns="92025" wrap="square" tIns="459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17807313" y="6918350"/>
            <a:ext cx="18597900" cy="709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950" lIns="92025" spcFirstLastPara="1" rIns="92025" wrap="square" tIns="459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3405452" y="26000"/>
            <a:ext cx="18597900" cy="208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950" lIns="92025" spcFirstLastPara="1" rIns="92025" wrap="square" tIns="45950">
            <a:normAutofit/>
          </a:bodyPr>
          <a:lstStyle>
            <a:lvl1pPr indent="-349250" lvl="0" marL="457200" algn="l">
              <a:lnSpc>
                <a:spcPct val="90000"/>
              </a:lnSpc>
              <a:spcBef>
                <a:spcPts val="31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1pPr>
            <a:lvl2pPr indent="-349250" lvl="1" marL="9144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2pPr>
            <a:lvl3pPr indent="-349250" lvl="2" marL="1371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3pPr>
            <a:lvl4pPr indent="-349250" lvl="3" marL="1828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4pPr>
            <a:lvl5pPr indent="-349250" lvl="4" marL="22860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5pPr>
            <a:lvl6pPr indent="-349250" lvl="5" marL="27432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2263140" y="20340325"/>
            <a:ext cx="7406700" cy="11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950" lIns="92025" spcFirstLastPara="1" rIns="92025" wrap="square" tIns="45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10904220" y="20340325"/>
            <a:ext cx="11109900" cy="11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950" lIns="92025" spcFirstLastPara="1" rIns="92025" wrap="square" tIns="45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23248620" y="20340325"/>
            <a:ext cx="7406700" cy="11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950" lIns="92025" spcFirstLastPara="1" rIns="92025" wrap="square" tIns="459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122120" y="1898773"/>
            <a:ext cx="30674100" cy="24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9450" lIns="349450" spcFirstLastPara="1" rIns="349450" wrap="square" tIns="3494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700"/>
              <a:buNone/>
              <a:defRPr sz="107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700"/>
              <a:buNone/>
              <a:defRPr sz="107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700"/>
              <a:buNone/>
              <a:defRPr sz="107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700"/>
              <a:buNone/>
              <a:defRPr sz="107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700"/>
              <a:buNone/>
              <a:defRPr sz="107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700"/>
              <a:buNone/>
              <a:defRPr sz="107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700"/>
              <a:buNone/>
              <a:defRPr sz="107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700"/>
              <a:buNone/>
              <a:defRPr sz="107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700"/>
              <a:buNone/>
              <a:defRPr sz="107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1122120" y="4917227"/>
            <a:ext cx="30674100" cy="145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9450" lIns="349450" spcFirstLastPara="1" rIns="349450" wrap="square" tIns="349450">
            <a:normAutofit/>
          </a:bodyPr>
          <a:lstStyle>
            <a:lvl1pPr indent="-666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900"/>
              <a:buChar char="●"/>
              <a:defRPr sz="6900">
                <a:solidFill>
                  <a:schemeClr val="dk2"/>
                </a:solidFill>
              </a:defRPr>
            </a:lvl1pPr>
            <a:lvl2pPr indent="-571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Char char="○"/>
              <a:defRPr sz="5400">
                <a:solidFill>
                  <a:schemeClr val="dk2"/>
                </a:solidFill>
              </a:defRPr>
            </a:lvl2pPr>
            <a:lvl3pPr indent="-571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Char char="■"/>
              <a:defRPr sz="5400">
                <a:solidFill>
                  <a:schemeClr val="dk2"/>
                </a:solidFill>
              </a:defRPr>
            </a:lvl3pPr>
            <a:lvl4pPr indent="-571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Char char="●"/>
              <a:defRPr sz="5400">
                <a:solidFill>
                  <a:schemeClr val="dk2"/>
                </a:solidFill>
              </a:defRPr>
            </a:lvl4pPr>
            <a:lvl5pPr indent="-571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Char char="○"/>
              <a:defRPr sz="5400">
                <a:solidFill>
                  <a:schemeClr val="dk2"/>
                </a:solidFill>
              </a:defRPr>
            </a:lvl5pPr>
            <a:lvl6pPr indent="-571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Char char="■"/>
              <a:defRPr sz="5400">
                <a:solidFill>
                  <a:schemeClr val="dk2"/>
                </a:solidFill>
              </a:defRPr>
            </a:lvl6pPr>
            <a:lvl7pPr indent="-571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Char char="●"/>
              <a:defRPr sz="5400">
                <a:solidFill>
                  <a:schemeClr val="dk2"/>
                </a:solidFill>
              </a:defRPr>
            </a:lvl7pPr>
            <a:lvl8pPr indent="-571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Char char="○"/>
              <a:defRPr sz="5400">
                <a:solidFill>
                  <a:schemeClr val="dk2"/>
                </a:solidFill>
              </a:defRPr>
            </a:lvl8pPr>
            <a:lvl9pPr indent="-571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Char char="■"/>
              <a:defRPr sz="5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30500848" y="19896392"/>
            <a:ext cx="1975200" cy="16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9450" lIns="349450" spcFirstLastPara="1" rIns="349450" wrap="square" tIns="349450">
            <a:normAutofit/>
          </a:bodyPr>
          <a:lstStyle>
            <a:lvl1pPr lvl="0" algn="r">
              <a:buNone/>
              <a:defRPr sz="3800">
                <a:solidFill>
                  <a:schemeClr val="dk2"/>
                </a:solidFill>
              </a:defRPr>
            </a:lvl1pPr>
            <a:lvl2pPr lvl="1" algn="r">
              <a:buNone/>
              <a:defRPr sz="3800">
                <a:solidFill>
                  <a:schemeClr val="dk2"/>
                </a:solidFill>
              </a:defRPr>
            </a:lvl2pPr>
            <a:lvl3pPr lvl="2" algn="r">
              <a:buNone/>
              <a:defRPr sz="3800">
                <a:solidFill>
                  <a:schemeClr val="dk2"/>
                </a:solidFill>
              </a:defRPr>
            </a:lvl3pPr>
            <a:lvl4pPr lvl="3" algn="r">
              <a:buNone/>
              <a:defRPr sz="3800">
                <a:solidFill>
                  <a:schemeClr val="dk2"/>
                </a:solidFill>
              </a:defRPr>
            </a:lvl4pPr>
            <a:lvl5pPr lvl="4" algn="r">
              <a:buNone/>
              <a:defRPr sz="3800">
                <a:solidFill>
                  <a:schemeClr val="dk2"/>
                </a:solidFill>
              </a:defRPr>
            </a:lvl5pPr>
            <a:lvl6pPr lvl="5" algn="r">
              <a:buNone/>
              <a:defRPr sz="3800">
                <a:solidFill>
                  <a:schemeClr val="dk2"/>
                </a:solidFill>
              </a:defRPr>
            </a:lvl6pPr>
            <a:lvl7pPr lvl="6" algn="r">
              <a:buNone/>
              <a:defRPr sz="3800">
                <a:solidFill>
                  <a:schemeClr val="dk2"/>
                </a:solidFill>
              </a:defRPr>
            </a:lvl7pPr>
            <a:lvl8pPr lvl="7" algn="r">
              <a:buNone/>
              <a:defRPr sz="3800">
                <a:solidFill>
                  <a:schemeClr val="dk2"/>
                </a:solidFill>
              </a:defRPr>
            </a:lvl8pPr>
            <a:lvl9pPr lvl="8" algn="r">
              <a:buNone/>
              <a:defRPr sz="38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2263140" y="1168405"/>
            <a:ext cx="28392000" cy="424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950" lIns="92025" spcFirstLastPara="1" rIns="92025" wrap="square" tIns="4595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100"/>
              <a:buFont typeface="Calibri"/>
              <a:buNone/>
              <a:defRPr b="0" i="0" sz="14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2263140" y="5842000"/>
            <a:ext cx="28392000" cy="139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950" lIns="92025" spcFirstLastPara="1" rIns="92025" wrap="square" tIns="45950">
            <a:normAutofit/>
          </a:bodyPr>
          <a:lstStyle>
            <a:lvl1pPr indent="-812800" lvl="0" marL="457200" marR="0" rtl="0" algn="l">
              <a:lnSpc>
                <a:spcPct val="90000"/>
              </a:lnSpc>
              <a:spcBef>
                <a:spcPts val="3100"/>
              </a:spcBef>
              <a:spcAft>
                <a:spcPts val="0"/>
              </a:spcAft>
              <a:buClr>
                <a:schemeClr val="dk1"/>
              </a:buClr>
              <a:buSzPts val="9200"/>
              <a:buFont typeface="Arial"/>
              <a:buChar char="•"/>
              <a:defRPr b="0" i="0" sz="9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711200" lvl="1" marL="914400" marR="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7600"/>
              <a:buFont typeface="Arial"/>
              <a:buChar char="•"/>
              <a:defRPr b="0" i="0" sz="7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641350" lvl="2" marL="1371600" marR="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500"/>
              <a:buFont typeface="Arial"/>
              <a:buChar char="•"/>
              <a:defRPr b="0" i="0" sz="6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590550" lvl="3" marL="1828800" marR="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700"/>
              <a:buFont typeface="Arial"/>
              <a:buChar char="•"/>
              <a:defRPr b="0" i="0" sz="5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590550" lvl="4" marL="2286000" marR="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700"/>
              <a:buFont typeface="Arial"/>
              <a:buChar char="•"/>
              <a:defRPr b="0" i="0" sz="5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590550" lvl="5" marL="2743200" marR="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700"/>
              <a:buFont typeface="Arial"/>
              <a:buChar char="•"/>
              <a:defRPr b="0" i="0" sz="5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590550" lvl="6" marL="3200400" marR="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700"/>
              <a:buFont typeface="Arial"/>
              <a:buChar char="•"/>
              <a:defRPr b="0" i="0" sz="5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590550" lvl="7" marL="3657600" marR="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700"/>
              <a:buFont typeface="Arial"/>
              <a:buChar char="•"/>
              <a:defRPr b="0" i="0" sz="5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590550" lvl="8" marL="4114800" marR="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700"/>
              <a:buFont typeface="Arial"/>
              <a:buChar char="•"/>
              <a:defRPr b="0" i="0" sz="5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2263140" y="20340325"/>
            <a:ext cx="7406700" cy="11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950" lIns="92025" spcFirstLastPara="1" rIns="92025" wrap="square" tIns="459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3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5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5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5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5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5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5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5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5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10904220" y="20340325"/>
            <a:ext cx="11109900" cy="11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950" lIns="92025" spcFirstLastPara="1" rIns="92025" wrap="square" tIns="4595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3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5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5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5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5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5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5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5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5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23248620" y="20340325"/>
            <a:ext cx="7406700" cy="11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950" lIns="92025" spcFirstLastPara="1" rIns="92025" wrap="square" tIns="4595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3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3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3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3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3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3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3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3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3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/>
          <p:nvPr/>
        </p:nvSpPr>
        <p:spPr>
          <a:xfrm>
            <a:off x="29607581" y="2895643"/>
            <a:ext cx="3327600" cy="524700"/>
          </a:xfrm>
          <a:prstGeom prst="rect">
            <a:avLst/>
          </a:prstGeom>
          <a:solidFill>
            <a:srgbClr val="D2C295"/>
          </a:solidFill>
          <a:ln cap="flat" cmpd="sng" w="12700">
            <a:solidFill>
              <a:srgbClr val="D2C29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0675" lIns="61350" spcFirstLastPara="1" rIns="61350" wrap="square" tIns="306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25"/>
          <p:cNvSpPr/>
          <p:nvPr/>
        </p:nvSpPr>
        <p:spPr>
          <a:xfrm>
            <a:off x="0" y="0"/>
            <a:ext cx="32920500" cy="2881500"/>
          </a:xfrm>
          <a:prstGeom prst="rect">
            <a:avLst/>
          </a:prstGeom>
          <a:solidFill>
            <a:srgbClr val="8C1515"/>
          </a:solidFill>
          <a:ln cap="flat" cmpd="sng" w="12700">
            <a:solidFill>
              <a:srgbClr val="8C151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0675" lIns="61350" spcFirstLastPara="1" rIns="61350" wrap="square" tIns="306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00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31" name="Google Shape;131;p25"/>
          <p:cNvSpPr/>
          <p:nvPr/>
        </p:nvSpPr>
        <p:spPr>
          <a:xfrm>
            <a:off x="3436744" y="2829956"/>
            <a:ext cx="29499000" cy="221400"/>
          </a:xfrm>
          <a:prstGeom prst="rect">
            <a:avLst/>
          </a:prstGeom>
          <a:solidFill>
            <a:srgbClr val="D2C295"/>
          </a:solidFill>
          <a:ln cap="flat" cmpd="sng" w="12700">
            <a:solidFill>
              <a:srgbClr val="D2C29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0675" lIns="61350" spcFirstLastPara="1" rIns="61350" wrap="square" tIns="306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00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32" name="Google Shape;132;p25"/>
          <p:cNvSpPr/>
          <p:nvPr/>
        </p:nvSpPr>
        <p:spPr>
          <a:xfrm rot="10800000">
            <a:off x="28936781" y="2945165"/>
            <a:ext cx="670800" cy="474900"/>
          </a:xfrm>
          <a:prstGeom prst="rtTriangle">
            <a:avLst/>
          </a:prstGeom>
          <a:solidFill>
            <a:srgbClr val="D2C295"/>
          </a:solidFill>
          <a:ln cap="flat" cmpd="sng" w="12700">
            <a:solidFill>
              <a:srgbClr val="D2C29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0675" lIns="61350" spcFirstLastPara="1" rIns="61350" wrap="square" tIns="306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25"/>
          <p:cNvSpPr/>
          <p:nvPr/>
        </p:nvSpPr>
        <p:spPr>
          <a:xfrm>
            <a:off x="29748267" y="2370132"/>
            <a:ext cx="3022800" cy="9051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0675" lIns="61350" spcFirstLastPara="1" rIns="61350" wrap="square" tIns="306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00">
              <a:solidFill>
                <a:srgbClr val="8C151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25"/>
          <p:cNvSpPr txBox="1"/>
          <p:nvPr/>
        </p:nvSpPr>
        <p:spPr>
          <a:xfrm>
            <a:off x="3512950" y="230448"/>
            <a:ext cx="27252900" cy="10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950" lIns="92025" spcFirstLastPara="1" rIns="92025" wrap="square" tIns="459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10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CSxxx</a:t>
            </a:r>
            <a:endParaRPr sz="6100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135" name="Google Shape;13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672063" y="2031932"/>
            <a:ext cx="1672443" cy="1114963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5"/>
          <p:cNvSpPr txBox="1"/>
          <p:nvPr/>
        </p:nvSpPr>
        <p:spPr>
          <a:xfrm>
            <a:off x="29776420" y="2776391"/>
            <a:ext cx="37530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950" lIns="92025" spcFirstLastPara="1" rIns="92025" wrap="square" tIns="459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2E2D29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Computer Science</a:t>
            </a:r>
            <a:endParaRPr sz="1500"/>
          </a:p>
        </p:txBody>
      </p:sp>
      <p:sp>
        <p:nvSpPr>
          <p:cNvPr id="137" name="Google Shape;137;p25"/>
          <p:cNvSpPr txBox="1"/>
          <p:nvPr/>
        </p:nvSpPr>
        <p:spPr>
          <a:xfrm>
            <a:off x="6041900" y="1377851"/>
            <a:ext cx="21270600" cy="7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950" lIns="92025" spcFirstLastPara="1" rIns="92025" wrap="square" tIns="459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420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Zhoujie Ding</a:t>
            </a:r>
            <a:r>
              <a:rPr baseline="30000" i="1" lang="en" sz="420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1</a:t>
            </a:r>
            <a:r>
              <a:rPr i="1" lang="en" sz="420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, C D</a:t>
            </a:r>
            <a:r>
              <a:rPr baseline="30000" i="1" lang="en" sz="420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1</a:t>
            </a:r>
            <a:endParaRPr baseline="30000" i="1" sz="4200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38" name="Google Shape;138;p25"/>
          <p:cNvSpPr txBox="1"/>
          <p:nvPr/>
        </p:nvSpPr>
        <p:spPr>
          <a:xfrm>
            <a:off x="11165250" y="1803703"/>
            <a:ext cx="10800000" cy="11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9450" lIns="349450" spcFirstLastPara="1" rIns="349450" wrap="square" tIns="3494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80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Department of Computer Science, Stanford University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39" name="Google Shape;139;p25"/>
          <p:cNvSpPr/>
          <p:nvPr/>
        </p:nvSpPr>
        <p:spPr>
          <a:xfrm>
            <a:off x="388650" y="3681502"/>
            <a:ext cx="7221000" cy="683100"/>
          </a:xfrm>
          <a:prstGeom prst="roundRect">
            <a:avLst>
              <a:gd fmla="val 16667" name="adj"/>
            </a:avLst>
          </a:prstGeom>
          <a:solidFill>
            <a:srgbClr val="8C1515"/>
          </a:solidFill>
          <a:ln>
            <a:noFill/>
          </a:ln>
        </p:spPr>
        <p:txBody>
          <a:bodyPr anchorCtr="0" anchor="ctr" bIns="349450" lIns="349450" spcFirstLastPara="1" rIns="349450" wrap="square" tIns="349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chemeClr val="lt1"/>
                </a:solidFill>
                <a:highlight>
                  <a:srgbClr val="8C1515"/>
                </a:highlight>
                <a:latin typeface="Source Sans Pro"/>
                <a:ea typeface="Source Sans Pro"/>
                <a:cs typeface="Source Sans Pro"/>
                <a:sym typeface="Source Sans Pro"/>
              </a:rPr>
              <a:t>Project Overview</a:t>
            </a:r>
            <a:endParaRPr b="1" sz="4000">
              <a:solidFill>
                <a:schemeClr val="lt1"/>
              </a:solidFill>
              <a:highlight>
                <a:srgbClr val="8C1515"/>
              </a:highlight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40" name="Google Shape;140;p25"/>
          <p:cNvSpPr txBox="1"/>
          <p:nvPr/>
        </p:nvSpPr>
        <p:spPr>
          <a:xfrm>
            <a:off x="519330" y="4281023"/>
            <a:ext cx="6959400" cy="11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9450" lIns="349450" spcFirstLastPara="1" rIns="349450" wrap="square" tIns="3494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25"/>
          <p:cNvSpPr/>
          <p:nvPr/>
        </p:nvSpPr>
        <p:spPr>
          <a:xfrm>
            <a:off x="388650" y="13842502"/>
            <a:ext cx="7221000" cy="683100"/>
          </a:xfrm>
          <a:prstGeom prst="roundRect">
            <a:avLst>
              <a:gd fmla="val 16667" name="adj"/>
            </a:avLst>
          </a:prstGeom>
          <a:solidFill>
            <a:srgbClr val="8C1515"/>
          </a:solidFill>
          <a:ln>
            <a:noFill/>
          </a:ln>
        </p:spPr>
        <p:txBody>
          <a:bodyPr anchorCtr="0" anchor="ctr" bIns="349450" lIns="349450" spcFirstLastPara="1" rIns="349450" wrap="square" tIns="349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chemeClr val="lt1"/>
                </a:solidFill>
                <a:highlight>
                  <a:srgbClr val="8C1515"/>
                </a:highlight>
                <a:latin typeface="Source Sans Pro"/>
                <a:ea typeface="Source Sans Pro"/>
                <a:cs typeface="Source Sans Pro"/>
                <a:sym typeface="Source Sans Pro"/>
              </a:rPr>
              <a:t>Datasets &amp; Metrics</a:t>
            </a:r>
            <a:endParaRPr b="1" sz="4000">
              <a:solidFill>
                <a:schemeClr val="lt1"/>
              </a:solidFill>
              <a:highlight>
                <a:srgbClr val="8C1515"/>
              </a:highlight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142" name="Google Shape;142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9920" y="30984"/>
            <a:ext cx="2780820" cy="278082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5"/>
          <p:cNvSpPr/>
          <p:nvPr/>
        </p:nvSpPr>
        <p:spPr>
          <a:xfrm>
            <a:off x="8246200" y="3674852"/>
            <a:ext cx="13250700" cy="683100"/>
          </a:xfrm>
          <a:prstGeom prst="roundRect">
            <a:avLst>
              <a:gd fmla="val 16667" name="adj"/>
            </a:avLst>
          </a:prstGeom>
          <a:solidFill>
            <a:srgbClr val="8C1515"/>
          </a:solidFill>
          <a:ln>
            <a:noFill/>
          </a:ln>
        </p:spPr>
        <p:txBody>
          <a:bodyPr anchorCtr="0" anchor="ctr" bIns="349450" lIns="349450" spcFirstLastPara="1" rIns="349450" wrap="square" tIns="349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chemeClr val="lt1"/>
                </a:solidFill>
                <a:highlight>
                  <a:srgbClr val="8C1515"/>
                </a:highlight>
                <a:latin typeface="Source Sans Pro"/>
                <a:ea typeface="Source Sans Pro"/>
                <a:cs typeface="Source Sans Pro"/>
                <a:sym typeface="Source Sans Pro"/>
              </a:rPr>
              <a:t>Methods &amp; Experiments</a:t>
            </a:r>
            <a:endParaRPr b="1" sz="4000">
              <a:solidFill>
                <a:schemeClr val="lt1"/>
              </a:solidFill>
              <a:highlight>
                <a:srgbClr val="8C1515"/>
              </a:highlight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44" name="Google Shape;144;p25"/>
          <p:cNvSpPr/>
          <p:nvPr/>
        </p:nvSpPr>
        <p:spPr>
          <a:xfrm>
            <a:off x="22133450" y="3674852"/>
            <a:ext cx="10385100" cy="683100"/>
          </a:xfrm>
          <a:prstGeom prst="roundRect">
            <a:avLst>
              <a:gd fmla="val 16667" name="adj"/>
            </a:avLst>
          </a:prstGeom>
          <a:solidFill>
            <a:srgbClr val="8C1515"/>
          </a:solidFill>
          <a:ln>
            <a:noFill/>
          </a:ln>
        </p:spPr>
        <p:txBody>
          <a:bodyPr anchorCtr="0" anchor="ctr" bIns="349450" lIns="349450" spcFirstLastPara="1" rIns="349450" wrap="square" tIns="349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chemeClr val="lt1"/>
                </a:solidFill>
                <a:highlight>
                  <a:srgbClr val="8C1515"/>
                </a:highlight>
                <a:latin typeface="Source Sans Pro"/>
                <a:ea typeface="Source Sans Pro"/>
                <a:cs typeface="Source Sans Pro"/>
                <a:sym typeface="Source Sans Pro"/>
              </a:rPr>
              <a:t>R</a:t>
            </a:r>
            <a:r>
              <a:rPr b="1" lang="en" sz="4000">
                <a:solidFill>
                  <a:schemeClr val="lt1"/>
                </a:solidFill>
                <a:highlight>
                  <a:srgbClr val="8C1515"/>
                </a:highlight>
                <a:latin typeface="Source Sans Pro"/>
                <a:ea typeface="Source Sans Pro"/>
                <a:cs typeface="Source Sans Pro"/>
                <a:sym typeface="Source Sans Pro"/>
              </a:rPr>
              <a:t>esults</a:t>
            </a:r>
            <a:endParaRPr b="1" sz="4000">
              <a:solidFill>
                <a:schemeClr val="lt1"/>
              </a:solidFill>
              <a:highlight>
                <a:srgbClr val="8C1515"/>
              </a:highlight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45" name="Google Shape;145;p25"/>
          <p:cNvSpPr txBox="1"/>
          <p:nvPr/>
        </p:nvSpPr>
        <p:spPr>
          <a:xfrm>
            <a:off x="312325" y="4480452"/>
            <a:ext cx="7284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●"/>
            </a:pPr>
            <a:r>
              <a:t/>
            </a:r>
            <a:endParaRPr sz="24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6" name="Google Shape;146;p25"/>
          <p:cNvSpPr txBox="1"/>
          <p:nvPr/>
        </p:nvSpPr>
        <p:spPr>
          <a:xfrm>
            <a:off x="388650" y="14634452"/>
            <a:ext cx="7221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Lato"/>
              <a:buChar char="●"/>
            </a:pPr>
            <a:r>
              <a:t/>
            </a:r>
            <a:endParaRPr sz="2400"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147" name="Google Shape;147;p25"/>
          <p:cNvGraphicFramePr/>
          <p:nvPr/>
        </p:nvGraphicFramePr>
        <p:xfrm>
          <a:off x="22181150" y="1728204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{D0053A2E-40DE-4BF6-8AA6-204656AED215}</a:tableStyleId>
              </a:tblPr>
              <a:tblGrid>
                <a:gridCol w="2994650"/>
                <a:gridCol w="1823775"/>
                <a:gridCol w="1823775"/>
                <a:gridCol w="1823775"/>
                <a:gridCol w="1823775"/>
              </a:tblGrid>
              <a:tr h="100000">
                <a:tc row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76200">
                      <a:solidFill>
                        <a:srgbClr val="8C151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rgbClr val="8C151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rgbClr val="8C151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8C151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latin typeface="Lato"/>
                          <a:ea typeface="Lato"/>
                          <a:cs typeface="Lato"/>
                          <a:sym typeface="Lato"/>
                        </a:rPr>
                        <a:t>Walker2D</a:t>
                      </a:r>
                      <a:endParaRPr sz="24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76200">
                      <a:solidFill>
                        <a:srgbClr val="8C151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rgbClr val="8C151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rgbClr val="8C151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8C151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latin typeface="Lato"/>
                          <a:ea typeface="Lato"/>
                          <a:cs typeface="Lato"/>
                          <a:sym typeface="Lato"/>
                        </a:rPr>
                        <a:t>Hopper</a:t>
                      </a:r>
                      <a:endParaRPr sz="24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76200">
                      <a:solidFill>
                        <a:srgbClr val="8C151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rgbClr val="8C151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rgbClr val="8C151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8C151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548625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latin typeface="Lato"/>
                          <a:ea typeface="Lato"/>
                          <a:cs typeface="Lato"/>
                          <a:sym typeface="Lato"/>
                        </a:rPr>
                        <a:t>Avg. Eval Reward</a:t>
                      </a:r>
                      <a:endParaRPr sz="24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76200">
                      <a:solidFill>
                        <a:srgbClr val="8C151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8C151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8C151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8C151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Stdev. Eval Reward</a:t>
                      </a:r>
                      <a:endParaRPr sz="240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8C151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rgbClr val="8C151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8C151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8C151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latin typeface="Lato"/>
                          <a:ea typeface="Lato"/>
                          <a:cs typeface="Lato"/>
                          <a:sym typeface="Lato"/>
                        </a:rPr>
                        <a:t>Avg. Eval Reward</a:t>
                      </a:r>
                      <a:endParaRPr sz="24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76200">
                      <a:solidFill>
                        <a:srgbClr val="8C151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8C151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8C151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8C151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Stdev. Eval Reward</a:t>
                      </a:r>
                      <a:endParaRPr sz="240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8C151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rgbClr val="8C151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8C151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8C151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8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latin typeface="Lato"/>
                          <a:ea typeface="Lato"/>
                          <a:cs typeface="Lato"/>
                          <a:sym typeface="Lato"/>
                        </a:rPr>
                        <a:t>COMBO (Baseline 1)</a:t>
                      </a:r>
                      <a:endParaRPr sz="24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76200">
                      <a:solidFill>
                        <a:srgbClr val="8C151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rgbClr val="8C151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rgbClr val="8C151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8C151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latin typeface="Lato"/>
                          <a:ea typeface="Lato"/>
                          <a:cs typeface="Lato"/>
                          <a:sym typeface="Lato"/>
                        </a:rPr>
                        <a:t>82.372</a:t>
                      </a:r>
                      <a:endParaRPr sz="24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76200">
                      <a:solidFill>
                        <a:srgbClr val="8C151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8C151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rgbClr val="8C151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8C151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latin typeface="Lato"/>
                          <a:ea typeface="Lato"/>
                          <a:cs typeface="Lato"/>
                          <a:sym typeface="Lato"/>
                        </a:rPr>
                        <a:t>10.187</a:t>
                      </a:r>
                      <a:endParaRPr sz="24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8C151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rgbClr val="8C151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rgbClr val="8C151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8C151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latin typeface="Lato"/>
                          <a:ea typeface="Lato"/>
                          <a:cs typeface="Lato"/>
                          <a:sym typeface="Lato"/>
                        </a:rPr>
                        <a:t>39.918</a:t>
                      </a:r>
                      <a:endParaRPr sz="24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76200">
                      <a:solidFill>
                        <a:srgbClr val="8C151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8C151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rgbClr val="8C151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8C151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latin typeface="Lato"/>
                          <a:ea typeface="Lato"/>
                          <a:cs typeface="Lato"/>
                          <a:sym typeface="Lato"/>
                        </a:rPr>
                        <a:t>16.656</a:t>
                      </a:r>
                      <a:endParaRPr sz="24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8C151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rgbClr val="8C151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rgbClr val="8C151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8C151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8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Reward Pred. (B2)</a:t>
                      </a:r>
                      <a:endParaRPr/>
                    </a:p>
                  </a:txBody>
                  <a:tcPr marT="91425" marB="91425" marR="91425" marL="91425">
                    <a:lnL cap="flat" cmpd="sng" w="76200">
                      <a:solidFill>
                        <a:srgbClr val="8C151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rgbClr val="8C151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8C151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8C151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latin typeface="Lato"/>
                          <a:ea typeface="Lato"/>
                          <a:cs typeface="Lato"/>
                          <a:sym typeface="Lato"/>
                        </a:rPr>
                        <a:t>-0.167</a:t>
                      </a:r>
                      <a:endParaRPr sz="24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76200">
                      <a:solidFill>
                        <a:srgbClr val="8C151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8C151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8C151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8C151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latin typeface="Lato"/>
                          <a:ea typeface="Lato"/>
                          <a:cs typeface="Lato"/>
                          <a:sym typeface="Lato"/>
                        </a:rPr>
                        <a:t>0.017</a:t>
                      </a:r>
                      <a:endParaRPr sz="24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8C151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rgbClr val="8C151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8C151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8C151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29.653</a:t>
                      </a:r>
                      <a:endParaRPr/>
                    </a:p>
                  </a:txBody>
                  <a:tcPr marT="91425" marB="91425" marR="91425" marL="91425">
                    <a:lnL cap="flat" cmpd="sng" w="76200">
                      <a:solidFill>
                        <a:srgbClr val="8C151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8C151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8C151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8C151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9.960</a:t>
                      </a:r>
                      <a:endParaRPr sz="24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8C151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rgbClr val="8C151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8C151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8C151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8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latin typeface="Lato"/>
                          <a:ea typeface="Lato"/>
                          <a:cs typeface="Lato"/>
                          <a:sym typeface="Lato"/>
                        </a:rPr>
                        <a:t>Variant 1</a:t>
                      </a:r>
                      <a:endParaRPr sz="24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76200">
                      <a:solidFill>
                        <a:srgbClr val="8C151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rgbClr val="8C151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rgbClr val="8C151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8C151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100.794</a:t>
                      </a:r>
                      <a:endParaRPr/>
                    </a:p>
                  </a:txBody>
                  <a:tcPr marT="91425" marB="91425" marR="91425" marL="91425">
                    <a:lnL cap="flat" cmpd="sng" w="76200">
                      <a:solidFill>
                        <a:srgbClr val="8C151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8C151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rgbClr val="8C151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8C151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latin typeface="Lato"/>
                          <a:ea typeface="Lato"/>
                          <a:cs typeface="Lato"/>
                          <a:sym typeface="Lato"/>
                        </a:rPr>
                        <a:t>9.877</a:t>
                      </a:r>
                      <a:endParaRPr sz="24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8C151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rgbClr val="8C151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rgbClr val="8C151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8C151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55.355</a:t>
                      </a:r>
                      <a:endParaRPr/>
                    </a:p>
                  </a:txBody>
                  <a:tcPr marT="91425" marB="91425" marR="91425" marL="91425">
                    <a:lnL cap="flat" cmpd="sng" w="76200">
                      <a:solidFill>
                        <a:srgbClr val="8C151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8C151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rgbClr val="8C151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8C151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9.292</a:t>
                      </a:r>
                      <a:endParaRPr sz="24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8C151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rgbClr val="8C151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rgbClr val="8C151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8C151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8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Variant 2</a:t>
                      </a:r>
                      <a:endParaRPr sz="24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76200">
                      <a:solidFill>
                        <a:srgbClr val="8C151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rgbClr val="8C151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8C151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8C151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400">
                          <a:latin typeface="Lato"/>
                          <a:ea typeface="Lato"/>
                          <a:cs typeface="Lato"/>
                          <a:sym typeface="Lato"/>
                        </a:rPr>
                        <a:t>108.534</a:t>
                      </a:r>
                      <a:endParaRPr b="1" sz="24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76200">
                      <a:solidFill>
                        <a:srgbClr val="8C151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8C151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8C151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8C151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latin typeface="Lato"/>
                          <a:ea typeface="Lato"/>
                          <a:cs typeface="Lato"/>
                          <a:sym typeface="Lato"/>
                        </a:rPr>
                        <a:t>1.611</a:t>
                      </a:r>
                      <a:endParaRPr sz="24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8C151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rgbClr val="8C151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8C151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8C151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66.466</a:t>
                      </a:r>
                      <a:endParaRPr sz="24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76200">
                      <a:solidFill>
                        <a:srgbClr val="8C151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8C151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8C151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8C151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16.027</a:t>
                      </a:r>
                      <a:endParaRPr sz="24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8C151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rgbClr val="8C151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8C151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8C151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8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Variant 3</a:t>
                      </a:r>
                      <a:endParaRPr sz="24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76200">
                      <a:solidFill>
                        <a:srgbClr val="8C151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rgbClr val="8C151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8C151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8C151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106.064</a:t>
                      </a:r>
                      <a:endParaRPr/>
                    </a:p>
                  </a:txBody>
                  <a:tcPr marT="91425" marB="91425" marR="91425" marL="91425">
                    <a:lnL cap="flat" cmpd="sng" w="76200">
                      <a:solidFill>
                        <a:srgbClr val="8C151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8C151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8C151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8C151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5.444</a:t>
                      </a:r>
                      <a:endParaRPr sz="240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8C151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rgbClr val="8C151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8C151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8C151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40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95.167</a:t>
                      </a:r>
                      <a:endParaRPr b="1" sz="24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76200">
                      <a:solidFill>
                        <a:srgbClr val="8C151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8C151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8C151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8C151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8.381</a:t>
                      </a:r>
                      <a:endParaRPr sz="2400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8C151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rgbClr val="8C151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8C151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rgbClr val="8C151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8" name="Google Shape;148;p25"/>
          <p:cNvSpPr txBox="1"/>
          <p:nvPr/>
        </p:nvSpPr>
        <p:spPr>
          <a:xfrm>
            <a:off x="8239800" y="20702152"/>
            <a:ext cx="13250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9" name="Google Shape;149;p25"/>
          <p:cNvSpPr txBox="1"/>
          <p:nvPr/>
        </p:nvSpPr>
        <p:spPr>
          <a:xfrm>
            <a:off x="8239925" y="4480452"/>
            <a:ext cx="13250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●"/>
            </a:pPr>
            <a:r>
              <a:t/>
            </a:r>
            <a:endParaRPr sz="24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0" name="Google Shape;150;p25"/>
          <p:cNvSpPr txBox="1"/>
          <p:nvPr/>
        </p:nvSpPr>
        <p:spPr>
          <a:xfrm>
            <a:off x="22133450" y="4480452"/>
            <a:ext cx="6577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8C1515"/>
                </a:solidFill>
                <a:latin typeface="Lato"/>
                <a:ea typeface="Lato"/>
                <a:cs typeface="Lato"/>
                <a:sym typeface="Lato"/>
              </a:rPr>
              <a:t>Training Curves for Walker2D Environment:</a:t>
            </a:r>
            <a:endParaRPr b="1" sz="2400">
              <a:solidFill>
                <a:srgbClr val="8C1515"/>
              </a:solidFill>
            </a:endParaRPr>
          </a:p>
        </p:txBody>
      </p:sp>
      <p:sp>
        <p:nvSpPr>
          <p:cNvPr id="151" name="Google Shape;151;p25"/>
          <p:cNvSpPr/>
          <p:nvPr/>
        </p:nvSpPr>
        <p:spPr>
          <a:xfrm>
            <a:off x="8239925" y="14646753"/>
            <a:ext cx="13250700" cy="683100"/>
          </a:xfrm>
          <a:prstGeom prst="roundRect">
            <a:avLst>
              <a:gd fmla="val 16667" name="adj"/>
            </a:avLst>
          </a:prstGeom>
          <a:solidFill>
            <a:srgbClr val="8C1515"/>
          </a:solidFill>
          <a:ln>
            <a:noFill/>
          </a:ln>
        </p:spPr>
        <p:txBody>
          <a:bodyPr anchorCtr="0" anchor="ctr" bIns="349450" lIns="349450" spcFirstLastPara="1" rIns="349450" wrap="square" tIns="349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chemeClr val="lt1"/>
                </a:solidFill>
                <a:highlight>
                  <a:srgbClr val="8C1515"/>
                </a:highlight>
                <a:latin typeface="Source Sans Pro"/>
                <a:ea typeface="Source Sans Pro"/>
                <a:cs typeface="Source Sans Pro"/>
                <a:sym typeface="Source Sans Pro"/>
              </a:rPr>
              <a:t>Discussions &amp; Future Research</a:t>
            </a:r>
            <a:endParaRPr b="1" sz="4000">
              <a:solidFill>
                <a:schemeClr val="lt1"/>
              </a:solidFill>
              <a:highlight>
                <a:srgbClr val="8C1515"/>
              </a:highlight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52" name="Google Shape;152;p25"/>
          <p:cNvSpPr txBox="1"/>
          <p:nvPr/>
        </p:nvSpPr>
        <p:spPr>
          <a:xfrm>
            <a:off x="22130225" y="10652652"/>
            <a:ext cx="6577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8C1515"/>
                </a:solidFill>
                <a:latin typeface="Lato"/>
                <a:ea typeface="Lato"/>
                <a:cs typeface="Lato"/>
                <a:sym typeface="Lato"/>
              </a:rPr>
              <a:t>Training Curves for Hopper Environment:</a:t>
            </a:r>
            <a:endParaRPr b="1" sz="2400">
              <a:solidFill>
                <a:srgbClr val="8C1515"/>
              </a:solidFill>
            </a:endParaRPr>
          </a:p>
        </p:txBody>
      </p:sp>
      <p:sp>
        <p:nvSpPr>
          <p:cNvPr id="153" name="Google Shape;153;p25"/>
          <p:cNvSpPr txBox="1"/>
          <p:nvPr/>
        </p:nvSpPr>
        <p:spPr>
          <a:xfrm>
            <a:off x="8246225" y="15420653"/>
            <a:ext cx="13250700" cy="28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8C1515"/>
                </a:solidFill>
                <a:latin typeface="Lato"/>
                <a:ea typeface="Lato"/>
                <a:cs typeface="Lato"/>
                <a:sym typeface="Lato"/>
              </a:rPr>
              <a:t>Discussions:</a:t>
            </a:r>
            <a:endParaRPr b="1" sz="2400">
              <a:solidFill>
                <a:srgbClr val="8C1515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">
                <a:solidFill>
                  <a:srgbClr val="8C151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b="1" sz="500">
              <a:solidFill>
                <a:srgbClr val="8C1515"/>
              </a:solidFill>
              <a:latin typeface="Lato"/>
              <a:ea typeface="Lato"/>
              <a:cs typeface="Lato"/>
              <a:sym typeface="La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●"/>
            </a:pPr>
            <a:r>
              <a:t/>
            </a:r>
            <a:endParaRPr sz="24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sz="5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8C1515"/>
                </a:solidFill>
                <a:latin typeface="Lato"/>
                <a:ea typeface="Lato"/>
                <a:cs typeface="Lato"/>
                <a:sym typeface="Lato"/>
              </a:rPr>
              <a:t>Future Research:</a:t>
            </a:r>
            <a:endParaRPr b="1" sz="2400">
              <a:solidFill>
                <a:srgbClr val="8C1515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">
                <a:solidFill>
                  <a:srgbClr val="8C151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b="1" sz="500">
              <a:solidFill>
                <a:srgbClr val="8C1515"/>
              </a:solidFill>
              <a:latin typeface="Lato"/>
              <a:ea typeface="Lato"/>
              <a:cs typeface="Lato"/>
              <a:sym typeface="La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●"/>
            </a:pPr>
            <a:r>
              <a:t/>
            </a:r>
            <a:endParaRPr sz="24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sz="5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8C1515"/>
                </a:solidFill>
                <a:latin typeface="Lato"/>
                <a:ea typeface="Lato"/>
                <a:cs typeface="Lato"/>
                <a:sym typeface="Lato"/>
              </a:rPr>
              <a:t>References</a:t>
            </a:r>
            <a:endParaRPr b="1" sz="2400">
              <a:solidFill>
                <a:srgbClr val="8C1515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marR="63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[1] 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63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sz="1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rPr>
              <a:t>[2] </a:t>
            </a:r>
            <a:endParaRPr sz="24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